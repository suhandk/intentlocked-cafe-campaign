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d9fbf88b5a48df" /><Relationship Type="http://schemas.openxmlformats.org/officeDocument/2006/relationships/extended-properties" Target="/docProps/app.xml" Id="Rde8aa7681eb34da9" /><Relationship Type="http://schemas.openxmlformats.org/officeDocument/2006/relationships/officeDocument" Target="/ppt/presentation.xml" Id="R4ee31ebf533348a0" /></Relationships>
</file>

<file path=ppt/presentation.xml><?xml version="1.0" encoding="utf-8"?>
<p:presentation xmlns:p="http://schemas.openxmlformats.org/presentationml/2006/main">
  <p:sldMasterIdLst>
    <p:sldMasterId xmlns:r="http://schemas.openxmlformats.org/officeDocument/2006/relationships" id="2147483648" r:id="R12a8e59fda0c4e4d"/>
  </p:sldMasterIdLst>
  <p:notesMasterIdLst>
    <p:notesMasterId xmlns:r="http://schemas.openxmlformats.org/officeDocument/2006/relationships" r:id="Rb6ecc1ec510942a3"/>
  </p:notesMasterIdLst>
  <p:sldIdLst>
    <p:sldId xmlns:r="http://schemas.openxmlformats.org/officeDocument/2006/relationships" id="256" r:id="Rb16738ddeb0b4a0f"/>
    <p:sldId xmlns:r="http://schemas.openxmlformats.org/officeDocument/2006/relationships" id="257" r:id="Rb131787e08d543cf"/>
    <p:sldId xmlns:r="http://schemas.openxmlformats.org/officeDocument/2006/relationships" id="258" r:id="R2d03f39b485243fc"/>
    <p:sldId xmlns:r="http://schemas.openxmlformats.org/officeDocument/2006/relationships" id="259" r:id="R2efda5b0d75d4d10"/>
    <p:sldId xmlns:r="http://schemas.openxmlformats.org/officeDocument/2006/relationships" id="260" r:id="R29c904a044e64112"/>
    <p:sldId xmlns:r="http://schemas.openxmlformats.org/officeDocument/2006/relationships" id="261" r:id="Rc2c075cb1a9f473f"/>
    <p:sldId xmlns:r="http://schemas.openxmlformats.org/officeDocument/2006/relationships" id="262" r:id="R39f21338d97b48a8"/>
    <p:sldId xmlns:r="http://schemas.openxmlformats.org/officeDocument/2006/relationships" id="263" r:id="R0842b6560c6442b9"/>
    <p:sldId xmlns:r="http://schemas.openxmlformats.org/officeDocument/2006/relationships" id="264" r:id="R8c7685bbb09f405f"/>
    <p:sldId xmlns:r="http://schemas.openxmlformats.org/officeDocument/2006/relationships" id="265" r:id="R09780670c2fd4627"/>
    <p:sldId xmlns:r="http://schemas.openxmlformats.org/officeDocument/2006/relationships" id="266" r:id="Rc2afa927a464466c"/>
    <p:sldId xmlns:r="http://schemas.openxmlformats.org/officeDocument/2006/relationships" id="267" r:id="R7d3b93df494144e1"/>
    <p:sldId xmlns:r="http://schemas.openxmlformats.org/officeDocument/2006/relationships" id="268" r:id="R0a7b497f8adc4490"/>
    <p:sldId xmlns:r="http://schemas.openxmlformats.org/officeDocument/2006/relationships" id="269" r:id="R82e4c0d28e8843c9"/>
    <p:sldId xmlns:r="http://schemas.openxmlformats.org/officeDocument/2006/relationships" id="270" r:id="R072be431f0f54714"/>
    <p:sldId xmlns:r="http://schemas.openxmlformats.org/officeDocument/2006/relationships" id="271" r:id="R59e91d705c254d4e"/>
    <p:sldId xmlns:r="http://schemas.openxmlformats.org/officeDocument/2006/relationships" id="272" r:id="R22a038946f1d4667"/>
    <p:sldId xmlns:r="http://schemas.openxmlformats.org/officeDocument/2006/relationships" id="273" r:id="R91afcc3bc2714527"/>
    <p:sldId xmlns:r="http://schemas.openxmlformats.org/officeDocument/2006/relationships" id="274" r:id="R520b0ee5d2cb4f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6d4a3333e04bd2" /><Relationship Type="http://schemas.openxmlformats.org/officeDocument/2006/relationships/slideMaster" Target="/ppt/slideMasters/slideMaster1.xml" Id="R12a8e59fda0c4e4d" /><Relationship Type="http://schemas.openxmlformats.org/officeDocument/2006/relationships/notesMaster" Target="/ppt/notesMasters/notesMaster1.xml" Id="Rb6ecc1ec510942a3" /><Relationship Type="http://schemas.openxmlformats.org/officeDocument/2006/relationships/presProps" Target="/ppt/presProps.xml" Id="Rffeb2257e59b4d2d" /><Relationship Type="http://schemas.openxmlformats.org/officeDocument/2006/relationships/tableStyles" Target="/ppt/tableStyles.xml" Id="Rb8fca8624e474231" /><Relationship Type="http://schemas.openxmlformats.org/officeDocument/2006/relationships/slide" Target="/ppt/slides/slide1.xml" Id="Rb16738ddeb0b4a0f" /><Relationship Type="http://schemas.openxmlformats.org/officeDocument/2006/relationships/slide" Target="/ppt/slides/slide2.xml" Id="Rb131787e08d543cf" /><Relationship Type="http://schemas.openxmlformats.org/officeDocument/2006/relationships/slide" Target="/ppt/slides/slide3.xml" Id="R2d03f39b485243fc" /><Relationship Type="http://schemas.openxmlformats.org/officeDocument/2006/relationships/slide" Target="/ppt/slides/slide4.xml" Id="R2efda5b0d75d4d10" /><Relationship Type="http://schemas.openxmlformats.org/officeDocument/2006/relationships/slide" Target="/ppt/slides/slide5.xml" Id="R29c904a044e64112" /><Relationship Type="http://schemas.openxmlformats.org/officeDocument/2006/relationships/slide" Target="/ppt/slides/slide6.xml" Id="Rc2c075cb1a9f473f" /><Relationship Type="http://schemas.openxmlformats.org/officeDocument/2006/relationships/slide" Target="/ppt/slides/slide7.xml" Id="R39f21338d97b48a8" /><Relationship Type="http://schemas.openxmlformats.org/officeDocument/2006/relationships/slide" Target="/ppt/slides/slide8.xml" Id="R0842b6560c6442b9" /><Relationship Type="http://schemas.openxmlformats.org/officeDocument/2006/relationships/slide" Target="/ppt/slides/slide9.xml" Id="R8c7685bbb09f405f" /><Relationship Type="http://schemas.openxmlformats.org/officeDocument/2006/relationships/slide" Target="/ppt/slides/slide10.xml" Id="R09780670c2fd4627" /><Relationship Type="http://schemas.openxmlformats.org/officeDocument/2006/relationships/slide" Target="/ppt/slides/slide11.xml" Id="Rc2afa927a464466c" /><Relationship Type="http://schemas.openxmlformats.org/officeDocument/2006/relationships/slide" Target="/ppt/slides/slide12.xml" Id="R7d3b93df494144e1" /><Relationship Type="http://schemas.openxmlformats.org/officeDocument/2006/relationships/slide" Target="/ppt/slides/slide13.xml" Id="R0a7b497f8adc4490" /><Relationship Type="http://schemas.openxmlformats.org/officeDocument/2006/relationships/slide" Target="/ppt/slides/slide14.xml" Id="R82e4c0d28e8843c9" /><Relationship Type="http://schemas.openxmlformats.org/officeDocument/2006/relationships/slide" Target="/ppt/slides/slide15.xml" Id="R072be431f0f54714" /><Relationship Type="http://schemas.openxmlformats.org/officeDocument/2006/relationships/slide" Target="/ppt/slides/slide16.xml" Id="R59e91d705c254d4e" /><Relationship Type="http://schemas.openxmlformats.org/officeDocument/2006/relationships/slide" Target="/ppt/slides/slide17.xml" Id="R22a038946f1d4667" /><Relationship Type="http://schemas.openxmlformats.org/officeDocument/2006/relationships/slide" Target="/ppt/slides/slide18.xml" Id="R91afcc3bc2714527" /><Relationship Type="http://schemas.openxmlformats.org/officeDocument/2006/relationships/slide" Target="/ppt/slides/slide19.xml" Id="R520b0ee5d2cb4f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d428f449fb42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0466abbaeb4f01" /><Relationship Type="http://schemas.openxmlformats.org/officeDocument/2006/relationships/notesMaster" Target="/ppt/notesMasters/notesMaster1.xml" Id="R9cb54effb4164f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e63bf6343244f4" /><Relationship Type="http://schemas.openxmlformats.org/officeDocument/2006/relationships/notesMaster" Target="/ppt/notesMasters/notesMaster1.xml" Id="R1622f5308cf84d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a2b1307bab4bcb" /><Relationship Type="http://schemas.openxmlformats.org/officeDocument/2006/relationships/notesMaster" Target="/ppt/notesMasters/notesMaster1.xml" Id="Ra1c8b4c7ea314d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71cbf252394eb5" /><Relationship Type="http://schemas.openxmlformats.org/officeDocument/2006/relationships/notesMaster" Target="/ppt/notesMasters/notesMaster1.xml" Id="R42c8295fa19a49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c378aa55cc4fce" /><Relationship Type="http://schemas.openxmlformats.org/officeDocument/2006/relationships/notesMaster" Target="/ppt/notesMasters/notesMaster1.xml" Id="R2492226c45c94e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fdf0e6fb8a468f" /><Relationship Type="http://schemas.openxmlformats.org/officeDocument/2006/relationships/notesMaster" Target="/ppt/notesMasters/notesMaster1.xml" Id="R4d66f47c44c94a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70124fe1f84915" /><Relationship Type="http://schemas.openxmlformats.org/officeDocument/2006/relationships/notesMaster" Target="/ppt/notesMasters/notesMaster1.xml" Id="R5d5fce9d2f8d48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ac56b8a7e54447" /><Relationship Type="http://schemas.openxmlformats.org/officeDocument/2006/relationships/notesMaster" Target="/ppt/notesMasters/notesMaster1.xml" Id="Rbf92218ef2fc47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d5d5faf9f445da" /><Relationship Type="http://schemas.openxmlformats.org/officeDocument/2006/relationships/notesMaster" Target="/ppt/notesMasters/notesMaster1.xml" Id="R13050701d56640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c509689f364991" /><Relationship Type="http://schemas.openxmlformats.org/officeDocument/2006/relationships/notesMaster" Target="/ppt/notesMasters/notesMaster1.xml" Id="R38caeb6fda5544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dfc063a8744185" /><Relationship Type="http://schemas.openxmlformats.org/officeDocument/2006/relationships/notesMaster" Target="/ppt/notesMasters/notesMaster1.xml" Id="R0a92de662a094f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7ae9c7eb0940c0" /><Relationship Type="http://schemas.openxmlformats.org/officeDocument/2006/relationships/notesMaster" Target="/ppt/notesMasters/notesMaster1.xml" Id="R7213983a2f1a42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6c800e16fd4fe4" /><Relationship Type="http://schemas.openxmlformats.org/officeDocument/2006/relationships/notesMaster" Target="/ppt/notesMasters/notesMaster1.xml" Id="R647b9356372c4c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d2dab8a29d4250" /><Relationship Type="http://schemas.openxmlformats.org/officeDocument/2006/relationships/notesMaster" Target="/ppt/notesMasters/notesMaster1.xml" Id="R2488b404cb2b45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4fdd80c1014d39" /><Relationship Type="http://schemas.openxmlformats.org/officeDocument/2006/relationships/notesMaster" Target="/ppt/notesMasters/notesMaster1.xml" Id="Raf0b80d1aab04d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dd51a58cc474001" /><Relationship Type="http://schemas.openxmlformats.org/officeDocument/2006/relationships/notesMaster" Target="/ppt/notesMasters/notesMaster1.xml" Id="Rb3daebd68eee4f8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c392c103cc4294" /><Relationship Type="http://schemas.openxmlformats.org/officeDocument/2006/relationships/notesMaster" Target="/ppt/notesMasters/notesMaster1.xml" Id="R2d36d624a8664f7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ebb978bab1d47fe" /><Relationship Type="http://schemas.openxmlformats.org/officeDocument/2006/relationships/notesMaster" Target="/ppt/notesMasters/notesMaster1.xml" Id="R35e7e5ffd9d9402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b2bbba841d4a3d" /><Relationship Type="http://schemas.openxmlformats.org/officeDocument/2006/relationships/notesMaster" Target="/ppt/notesMasters/notesMaster1.xml" Id="R6062f28bfcb24f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protects owner-approved campaign truth. G0 is a teaching label for the prerequisite gate, not a persisted rule ID. The actual policy enumerates G01–G15.</a:t>
            </a:r>
          </a:p>
          <a:p xmlns:a="http://schemas.openxmlformats.org/drawingml/2006/main">
            <a:r>
              <a:t>Sources inspected 10 October 2026. Repository: D:/HR2-AI-FB38B877-main</a:t>
            </a:r>
          </a:p>
          <a:p xmlns:a="http://schemas.openxmlformats.org/drawingml/2006/main">
            <a:r>
              <a:t>D:/HR2-AI-FB38B877-main/backend/guardian/policy.py</a:t>
            </a:r>
          </a:p>
          <a:p xmlns:a="http://schemas.openxmlformats.org/drawingml/2006/main">
            <a:r>
              <a:t>D:/HR2-AI-FB38B877-main/backend/guardian/rules.py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generation prompt receives slot grammar and nonfactual context. Code renders approved forms and derives slots_used. Deterministic checks run before semantic audit. Repairs are bounded and failures remain visible. Approval/export recheck persisted evidence and exact bytes.</a:t>
            </a:r>
          </a:p>
          <a:p xmlns:a="http://schemas.openxmlformats.org/drawingml/2006/main">
            <a:r>
              <a:t>Sources inspected 10 October 2026. Repository: D:/HR2-AI-FB38B877-main</a:t>
            </a:r>
          </a:p>
          <a:p xmlns:a="http://schemas.openxmlformats.org/drawingml/2006/main">
            <a:r>
              <a:t>D:/HR2-AI-FB38B877-main/backend/generation_service.py</a:t>
            </a:r>
          </a:p>
          <a:p xmlns:a="http://schemas.openxmlformats.org/drawingml/2006/main">
            <a:r>
              <a:t>D:/HR2-AI-FB38B877-main/backend/guardian/slots.py</a:t>
            </a:r>
          </a:p>
          <a:p xmlns:a="http://schemas.openxmlformats.org/drawingml/2006/main">
            <a:r>
              <a:t>D:/HR2-AI-FB38B877-main/backend/guardian/rules.py</a:t>
            </a:r>
          </a:p>
          <a:p xmlns:a="http://schemas.openxmlformats.org/drawingml/2006/main">
            <a:r>
              <a:t>D:/HR2-AI-FB38B877-main/backend/approval_service.py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G0 is explanatory shorthand only. rules.py first revalidates both request and authoritative campaign, verifies campaign ID/revision, requires locked status, and checks language/channel selections. Rejected inputs receive a domain error before a rule report.</a:t>
            </a:r>
          </a:p>
          <a:p xmlns:a="http://schemas.openxmlformats.org/drawingml/2006/main">
            <a:r>
              <a:t>Sources inspected 10 October 2026. Repository: D:/HR2-AI-FB38B877-main</a:t>
            </a:r>
          </a:p>
          <a:p xmlns:a="http://schemas.openxmlformats.org/drawingml/2006/main">
            <a:r>
              <a:t>D:/HR2-AI-FB38B877-main/backend/guardian/rules.py</a:t>
            </a:r>
          </a:p>
          <a:p xmlns:a="http://schemas.openxmlformats.org/drawingml/2006/main">
            <a:r>
              <a:t>D:/HR2-AI-FB38B877-main/backend/guardian/report.py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hypothetical test fixture locks 20% off. Exact numeric agreement alone does not authorize a literal outside a slot. G01 validates approved OFFER surfaces against canonical amount/unit/discount role and catches numeric claims outside provenance. Date numbers do not grant discount authority. Kannada/Kanglish lexicons remain conservative and require native validation.</a:t>
            </a:r>
          </a:p>
          <a:p xmlns:a="http://schemas.openxmlformats.org/drawingml/2006/main">
            <a:r>
              <a:t>Sources inspected 10 October 2026. Repository: D:/HR2-AI-FB38B877-main</a:t>
            </a:r>
          </a:p>
          <a:p xmlns:a="http://schemas.openxmlformats.org/drawingml/2006/main">
            <a:r>
              <a:t>D:/HR2-AI-FB38B877-main/backend/guardian/claims.py</a:t>
            </a:r>
          </a:p>
          <a:p xmlns:a="http://schemas.openxmlformats.org/drawingml/2006/main">
            <a:r>
              <a:t>D:/HR2-AI-FB38B877-main/backend/guardian/rules.py</a:t>
            </a:r>
          </a:p>
          <a:p xmlns:a="http://schemas.openxmlformats.org/drawingml/2006/main">
            <a:r>
              <a:t>D:/HR2-AI-FB38B877-main/backend/tests/test_guardian.py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G02 covers weekdays, months, dates and relative date expressions. DAYS and DATES must use their own slots. G03 currency claims bind amount and fact role. Samples are adversarial examples, not offers approved for a real café.</a:t>
            </a:r>
          </a:p>
          <a:p xmlns:a="http://schemas.openxmlformats.org/drawingml/2006/main">
            <a:r>
              <a:t>Sources inspected 10 October 2026. Repository: D:/HR2-AI-FB38B877-main</a:t>
            </a:r>
          </a:p>
          <a:p xmlns:a="http://schemas.openxmlformats.org/drawingml/2006/main">
            <a:r>
              <a:t>D:/HR2-AI-FB38B877-main/backend/guardian/rules.py</a:t>
            </a:r>
          </a:p>
          <a:p xmlns:a="http://schemas.openxmlformats.org/drawingml/2006/main">
            <a:r>
              <a:t>D:/HR2-AI-FB38B877-main/backend/guardian/lexicon_en.py</a:t>
            </a:r>
          </a:p>
          <a:p xmlns:a="http://schemas.openxmlformats.org/drawingml/2006/main">
            <a:r>
              <a:t>D:/HR2-AI-FB38B877-main/backend/guardian/lexicon_kn.py</a:t>
            </a:r>
          </a:p>
          <a:p xmlns:a="http://schemas.openxmlformats.org/drawingml/2006/main">
            <a:r>
              <a:t>D:/HR2-AI-FB38B877-main/backend/guardian/claims.py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G04 flags unauthorized times and all-day/till/after expressions. G05 applies only in asset mode. Visible headline/body/CTA must include CAFE LOCATION OFFER PRODUCT DATES DAYS and every specified condition. Channel-required fields also must be nonempty. Hashtags/alt_text cannot discharge visible disclosure.</a:t>
            </a:r>
          </a:p>
          <a:p xmlns:a="http://schemas.openxmlformats.org/drawingml/2006/main">
            <a:r>
              <a:t>Sources inspected 10 October 2026. Repository: D:/HR2-AI-FB38B877-main</a:t>
            </a:r>
          </a:p>
          <a:p xmlns:a="http://schemas.openxmlformats.org/drawingml/2006/main">
            <a:r>
              <a:t>D:/HR2-AI-FB38B877-main/backend/guardian/policy.py</a:t>
            </a:r>
          </a:p>
          <a:p xmlns:a="http://schemas.openxmlformats.org/drawingml/2006/main">
            <a:r>
              <a:t>D:/HR2-AI-FB38B877-main/backend/guardian/rules.py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Parser accepts {{KEY}} or {{KEY|nom/dat/gen/loc}}. Lookup requires locked canonical data plus approved_at/approval_id and approved surface forms. Renderer chooses the first approved form deterministically. Provenance uses half-open Unicode code-point offsets. Actual fixture output for {{OFFER}}: {"fields":{"headline":"","body":"20% off","cta":"","alt_text":""},"spans":[{"field":"body","start":0,"end":7,"template_start":0,"template_end":9,"key":"OFFER","version":1,"language":"en","case":"nom","approved_form":"20% off","approval_id":"owner-1"}],"slots_used":["OFFER"]}</a:t>
            </a:r>
          </a:p>
          <a:p xmlns:a="http://schemas.openxmlformats.org/drawingml/2006/main">
            <a:r>
              <a:t>Sources inspected 10 October 2026. Repository: D:/HR2-AI-FB38B877-main</a:t>
            </a:r>
          </a:p>
          <a:p xmlns:a="http://schemas.openxmlformats.org/drawingml/2006/main">
            <a:r>
              <a:t>D:/HR2-AI-FB38B877-main/backend/guardian/slots.py</a:t>
            </a:r>
          </a:p>
          <a:p xmlns:a="http://schemas.openxmlformats.org/drawingml/2006/main">
            <a:r>
              <a:t>D:/HR2-AI-FB38B877-main/backend/guardian/rules.py</a:t>
            </a:r>
          </a:p>
          <a:p xmlns:a="http://schemas.openxmlformats.org/drawingml/2006/main">
            <a:r>
              <a:t>D:/HR2-AI-FB38B877-main/backend/tests/test_guardian.py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G07 rejects fact-like literals in prefill fields even if equal to approved values. G08 detects known unsupported promises/superlatives, product/location constructions, prompt injection, incompatible slot connectors and hostile negation/wrappers. Broad novel semantics need G14. Tested substring boundaries avoid confusing coffee/carefree with free.</a:t>
            </a:r>
          </a:p>
          <a:p xmlns:a="http://schemas.openxmlformats.org/drawingml/2006/main">
            <a:r>
              <a:t>Sources inspected 10 October 2026. Repository: D:/HR2-AI-FB38B877-main</a:t>
            </a:r>
          </a:p>
          <a:p xmlns:a="http://schemas.openxmlformats.org/drawingml/2006/main">
            <a:r>
              <a:t>D:/HR2-AI-FB38B877-main/backend/guardian/rules.py</a:t>
            </a:r>
          </a:p>
          <a:p xmlns:a="http://schemas.openxmlformats.org/drawingml/2006/main">
            <a:r>
              <a:t>D:/HR2-AI-FB38B877-main/backend/guardian/lexicon_en.py</a:t>
            </a:r>
          </a:p>
          <a:p xmlns:a="http://schemas.openxmlformats.org/drawingml/2006/main">
            <a:r>
              <a:t>D:/HR2-AI-FB38B877-main/backend/guardian/lexicon_kn.py</a:t>
            </a:r>
          </a:p>
          <a:p xmlns:a="http://schemas.openxmlformats.org/drawingml/2006/main">
            <a:r>
              <a:t>D:/HR2-AI-FB38B877-main/backend/tests/test_guardian.py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G09 checks restriction/condition phrases outside their approved condition slots. Approved students only inside ELIGIBILITY is legitimate, while a bare literal creates an unauthorized restriction. G10 applies brand must_not_say to rendered text and must_say to visible asset text. Brand wording cannot override factual rules.</a:t>
            </a:r>
          </a:p>
          <a:p xmlns:a="http://schemas.openxmlformats.org/drawingml/2006/main">
            <a:r>
              <a:t>Sources inspected 10 October 2026. Repository: D:/HR2-AI-FB38B877-main</a:t>
            </a:r>
          </a:p>
          <a:p xmlns:a="http://schemas.openxmlformats.org/drawingml/2006/main">
            <a:r>
              <a:t>D:/HR2-AI-FB38B877-main/backend/guardian/rules.py</a:t>
            </a:r>
          </a:p>
          <a:p xmlns:a="http://schemas.openxmlformats.org/drawingml/2006/main">
            <a:r>
              <a:t>D:/HR2-AI-FB38B877-main/backend/guardian/policy.py</a:t>
            </a:r>
          </a:p>
          <a:p xmlns:a="http://schemas.openxmlformats.org/drawingml/2006/main">
            <a:r>
              <a:t>D:/HR2-AI-FB38B877-main/backend/tests/test_guardian.py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G11 is a WARN based on script heuristic: Kannada letter share at least one half; en/kn-Latn letters Latin. This is not semantic or native validation. G12 social overlength warns, poster overlength blocks. Poster pixel measurement begins incomplete and renderer/approval only completes it from persisted validated canvas bounds. Product limits sum all supplied fields and are not social API maxima.</a:t>
            </a:r>
          </a:p>
          <a:p xmlns:a="http://schemas.openxmlformats.org/drawingml/2006/main">
            <a:r>
              <a:t>Sources inspected 10 October 2026. Repository: D:/HR2-AI-FB38B877-main</a:t>
            </a:r>
          </a:p>
          <a:p xmlns:a="http://schemas.openxmlformats.org/drawingml/2006/main">
            <a:r>
              <a:t>D:/HR2-AI-FB38B877-main/backend/guardian/rules.py</a:t>
            </a:r>
          </a:p>
          <a:p xmlns:a="http://schemas.openxmlformats.org/drawingml/2006/main">
            <a:r>
              <a:t>D:/HR2-AI-FB38B877-main/backend/guardian/policy.py</a:t>
            </a:r>
          </a:p>
          <a:p xmlns:a="http://schemas.openxmlformats.org/drawingml/2006/main">
            <a:r>
              <a:t>D:/HR2-AI-FB38B877-main/backend/art_service.py</a:t>
            </a:r>
          </a:p>
          <a:p xmlns:a="http://schemas.openxmlformats.org/drawingml/2006/main">
            <a:r>
              <a:t>D:/HR2-AI-FB38B877-main/backend/approval_service.py</a:t>
            </a:r>
          </a:p>
          <a:p xmlns:a="http://schemas.openxmlformats.org/drawingml/2006/main">
            <a:r>
              <a:t>D:/HR2-AI-FB38B877-main/docs/KANNADA_NATIVE_REVIEW.md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parser scans delimiters, validates key and case and bounds token count. Normalized unresolved delimiters, square bracket placeholders and percent placeholders are rejected too. It scans all customer-facing fields. Fullwidth delimiters cannot bypass the boundary.</a:t>
            </a:r>
          </a:p>
          <a:p xmlns:a="http://schemas.openxmlformats.org/drawingml/2006/main">
            <a:r>
              <a:t>Sources inspected 10 October 2026. Repository: D:/HR2-AI-FB38B877-main</a:t>
            </a:r>
          </a:p>
          <a:p xmlns:a="http://schemas.openxmlformats.org/drawingml/2006/main">
            <a:r>
              <a:t>D:/HR2-AI-FB38B877-main/backend/guardian/slots.py</a:t>
            </a:r>
          </a:p>
          <a:p xmlns:a="http://schemas.openxmlformats.org/drawingml/2006/main">
            <a:r>
              <a:t>D:/HR2-AI-FB38B877-main/backend/guardian/rules.py</a:t>
            </a:r>
          </a:p>
          <a:p xmlns:a="http://schemas.openxmlformats.org/drawingml/2006/main">
            <a:r>
              <a:t>D:/HR2-AI-FB38B877-main/backend/tests/test_guardian.py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B5 code implements the R7 reader and code comparison. Old B2 documents describe it as pending implementation and are historical. Base diagnostic assets still start with G14 incomplete. R7 sees final rendered fields/language/channel and exact span candidates, never locked facts or scores. It covers twelve keys and quotes exact evidence. Code compares canonical expectations to facts/provenance. Other promises warn and require review. Missing/malformed/unavailable/stale evidence cannot pass. No authenticated G14 call or native signoff is performed by building this deck.</a:t>
            </a:r>
          </a:p>
          <a:p xmlns:a="http://schemas.openxmlformats.org/drawingml/2006/main">
            <a:r>
              <a:t>Sources inspected 10 October 2026. Repository: D:/HR2-AI-FB38B877-main</a:t>
            </a:r>
          </a:p>
          <a:p xmlns:a="http://schemas.openxmlformats.org/drawingml/2006/main">
            <a:r>
              <a:t>D:/HR2-AI-FB38B877-main/backend/semantic_audit.py</a:t>
            </a:r>
          </a:p>
          <a:p xmlns:a="http://schemas.openxmlformats.org/drawingml/2006/main">
            <a:r>
              <a:t>D:/HR2-AI-FB38B877-main/backend/optimization_service.py</a:t>
            </a:r>
          </a:p>
          <a:p xmlns:a="http://schemas.openxmlformats.org/drawingml/2006/main">
            <a:r>
              <a:t>D:/HR2-AI-FB38B877-main/backend/approval_service.py</a:t>
            </a:r>
          </a:p>
          <a:p xmlns:a="http://schemas.openxmlformats.org/drawingml/2006/main">
            <a:r>
              <a:t>D:/HR2-AI-FB38B877-main/docs/DELIVERY_BOUNDARY.md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G15 checks both campaign audiences and requested audience. Student-restricted offers allow only recognized student labels. Unknown eligibility plus targeting blocks; custom eligibility needs resolution. Open-to-all permits audience changes without inventing a new discount or restriction. The exact current fact-change service requires proposal/confirmation/reviewed forms/publication.</a:t>
            </a:r>
          </a:p>
          <a:p xmlns:a="http://schemas.openxmlformats.org/drawingml/2006/main">
            <a:r>
              <a:t>Sources inspected 10 October 2026. Repository: D:/HR2-AI-FB38B877-main</a:t>
            </a:r>
          </a:p>
          <a:p xmlns:a="http://schemas.openxmlformats.org/drawingml/2006/main">
            <a:r>
              <a:t>D:/HR2-AI-FB38B877-main/backend/guardian/rules.py</a:t>
            </a:r>
          </a:p>
          <a:p xmlns:a="http://schemas.openxmlformats.org/drawingml/2006/main">
            <a:r>
              <a:t>D:/HR2-AI-FB38B877-main/backend/audience_policy.py</a:t>
            </a:r>
          </a:p>
          <a:p xmlns:a="http://schemas.openxmlformats.org/drawingml/2006/main">
            <a:r>
              <a:t>D:/HR2-AI-FB38B877-main/backend/approval_service.py</a:t>
            </a:r>
          </a:p>
          <a:p xmlns:a="http://schemas.openxmlformats.org/drawingml/2006/main">
            <a:r>
              <a:t>D:/HR2-AI-FB38B877-main/docs/DELIVERY_BOUNDARY.md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normalization example: {"original":"೨​೫% ರಿಯಾಯಿತಿ","shadow":"25% ರಿಯಾಯಿತಿ","first_claim_original_span":[0,4]}. Each normalized character maps back to an original base/mark cluster. Offset ranges are Python code points, not UTF-8 bytes or JavaScript UTF-16 units. UI highlights use Array.from(text).slice. The original display is never reconstructed from normalized shadow text.</a:t>
            </a:r>
          </a:p>
          <a:p xmlns:a="http://schemas.openxmlformats.org/drawingml/2006/main">
            <a:r>
              <a:t>Sources inspected 10 October 2026. Repository: D:/HR2-AI-FB38B877-main</a:t>
            </a:r>
          </a:p>
          <a:p xmlns:a="http://schemas.openxmlformats.org/drawingml/2006/main">
            <a:r>
              <a:t>D:/HR2-AI-FB38B877-main/backend/guardian/normalize.py</a:t>
            </a:r>
          </a:p>
          <a:p xmlns:a="http://schemas.openxmlformats.org/drawingml/2006/main">
            <a:r>
              <a:t>D:/HR2-AI-FB38B877-main/backend/guardian/rules.py</a:t>
            </a:r>
          </a:p>
          <a:p xmlns:a="http://schemas.openxmlformats.org/drawingml/2006/main">
            <a:r>
              <a:t>D:/HR2-AI-FB38B877-main/backend/tests/test_guardian.py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executed locally 10 October 2026 using the explicitly hypothetical locked 20% fixture. No AI provider calls. Full results stored privately during deck build. All cited outcomes derive from the code, not hand-labeled judgments. Complete WhatsApp asset has required slots and Visit CTA, but no persisted reader so missing G14.</a:t>
            </a:r>
          </a:p>
          <a:p xmlns:a="http://schemas.openxmlformats.org/drawingml/2006/main">
            <a:r>
              <a:t>Sources inspected 10 October 2026. Repository: D:/HR2-AI-FB38B877-main</a:t>
            </a:r>
          </a:p>
          <a:p xmlns:a="http://schemas.openxmlformats.org/drawingml/2006/main">
            <a:r>
              <a:t>D:/HR2-AI-FB38B877-main/backend/tests/test_guardian.py</a:t>
            </a:r>
          </a:p>
          <a:p xmlns:a="http://schemas.openxmlformats.org/drawingml/2006/main">
            <a:r>
              <a:t>D:/HR2-AI-FB38B877-main/backend/guardian/rules.py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schema guardian-report-2.1 and guardian-policy-2.1. Each G01–G15 result has applicability, completion, nullable pass state, severity and exact findings. BLOCKED takes precedence over INCOMPLETE. Missing required checks produce null integrity. Standalone diagnostics keep approval_ready false and native_review PENDING. The B6 approval record is separate from the diagnostic report.</a:t>
            </a:r>
          </a:p>
          <a:p xmlns:a="http://schemas.openxmlformats.org/drawingml/2006/main">
            <a:r>
              <a:t>Sources inspected 10 October 2026. Repository: D:/HR2-AI-FB38B877-main</a:t>
            </a:r>
          </a:p>
          <a:p xmlns:a="http://schemas.openxmlformats.org/drawingml/2006/main">
            <a:r>
              <a:t>D:/HR2-AI-FB38B877-main/backend/guardian/report.py</a:t>
            </a:r>
          </a:p>
          <a:p xmlns:a="http://schemas.openxmlformats.org/drawingml/2006/main">
            <a:r>
              <a:t>D:/HR2-AI-FB38B877-main/backend/guardian/policy.py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saved browser screenshot from the repository. It visibly shows MOCK and a locked sample campaign, not a new live production run. The UI selects fragment/asset, language and channel. Individual supplied fields receive checks.</a:t>
            </a:r>
          </a:p>
          <a:p xmlns:a="http://schemas.openxmlformats.org/drawingml/2006/main">
            <a:r>
              <a:t>Sources inspected 10 October 2026. Repository: D:/HR2-AI-FB38B877-main</a:t>
            </a:r>
          </a:p>
          <a:p xmlns:a="http://schemas.openxmlformats.org/drawingml/2006/main">
            <a:r>
              <a:t>D:/HR2-AI-FB38B877-main/docs/evidence/redesign-stage-guardian-1440.png</a:t>
            </a:r>
          </a:p>
          <a:p xmlns:a="http://schemas.openxmlformats.org/drawingml/2006/main">
            <a:r>
              <a:t>D:/HR2-AI-FB38B877-main/frontend/components/GuardianPanel.tsx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Standalone CheckRequest reports have approval_ready false. B6 uses server-owned persisted delivery items, not a client report. It repeats source/dependency/byte hashes, recomputes Guardian, binds persisted reader, requires all mandatory checks, warning acknowledgment and exact observed preview hashes. Non-English items require owner native-review confirmation. Export verifies readiness/approval and exact bytes again. No actual human attestation or live release occurs in this deck.</a:t>
            </a:r>
          </a:p>
          <a:p xmlns:a="http://schemas.openxmlformats.org/drawingml/2006/main">
            <a:r>
              <a:t>Sources inspected 10 October 2026. Repository: D:/HR2-AI-FB38B877-main</a:t>
            </a:r>
          </a:p>
          <a:p xmlns:a="http://schemas.openxmlformats.org/drawingml/2006/main">
            <a:r>
              <a:t>D:/HR2-AI-FB38B877-main/backend/approval_service.py</a:t>
            </a:r>
          </a:p>
          <a:p xmlns:a="http://schemas.openxmlformats.org/drawingml/2006/main">
            <a:r>
              <a:t>D:/HR2-AI-FB38B877-main/backend/ledger.py</a:t>
            </a:r>
          </a:p>
          <a:p xmlns:a="http://schemas.openxmlformats.org/drawingml/2006/main">
            <a:r>
              <a:t>D:/HR2-AI-FB38B877-main/docs/DELIVERY_BOUNDARY.md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slideshow explains implemented mechanics but does not certify a deployment. Recent full backend 597 and website browser two test outcomes are broader than Guardian only, so no invented Guardian-only count appears. B5/B6 mock flows exist, live providers vary in availability and text-only models cannot authorize image vision. Missing G14 remains incomplete. Real native Kannada signoff remains pending.</a:t>
            </a:r>
          </a:p>
          <a:p xmlns:a="http://schemas.openxmlformats.org/drawingml/2006/main">
            <a:r>
              <a:t>Sources inspected 10 October 2026. Repository: D:/HR2-AI-FB38B877-main</a:t>
            </a:r>
          </a:p>
          <a:p xmlns:a="http://schemas.openxmlformats.org/drawingml/2006/main">
            <a:r>
              <a:t>D:/HR2-AI-FB38B877-main/docs/KANNADA_NATIVE_REVIEW.md</a:t>
            </a:r>
          </a:p>
          <a:p xmlns:a="http://schemas.openxmlformats.org/drawingml/2006/main">
            <a:r>
              <a:t>D:/HR2-AI-FB38B877-main/docs/SECURITY_AND_RELEASE.md</a:t>
            </a:r>
          </a:p>
          <a:p xmlns:a="http://schemas.openxmlformats.org/drawingml/2006/main">
            <a:r>
              <a:t>D:/HR2-AI-FB38B877-main/docs/WEBSITE_OPENROUTER.md</a:t>
            </a:r>
          </a:p>
          <a:p xmlns:a="http://schemas.openxmlformats.org/drawingml/2006/main">
            <a:r>
              <a:t>D:/HR2-AI-FB38B877-main/backend/guardian/report.py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ae9bc7a3844e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88a69431ff4dc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00b8fc52224a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8f25ebe56c48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aa205da8a744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2f8d2d339a4b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401A6C-22C7-4EFE-B58E-7E743E62C9B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4C015E0-2D12-4921-9748-27ACADF5C13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9FFA87-2FE0-4ACB-83F9-E36D84033C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3C91AD-70FA-49B6-ABDA-37CECCF295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DB93671-2660-4DAF-9CE7-C061C93830D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3291B02-5A9B-4F66-A028-31C1F77A0C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D247C1-B37C-43AE-84B8-98D9E83355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7E611AB-F70A-412E-B10D-4EB8405B44C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9911D9-D7B3-4517-A903-4356D27D3B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F1F90A-C275-4D88-BFD5-9656F3B0AC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58d03933b7462c" /><Relationship Type="http://schemas.openxmlformats.org/officeDocument/2006/relationships/slideLayout" Target="/ppt/slideLayouts/slideLayout1.xml" Id="Rc3fe70ed55364a3b" /><Relationship Type="http://schemas.openxmlformats.org/officeDocument/2006/relationships/slideLayout" Target="/ppt/slideLayouts/slideLayout2.xml" Id="Rfee48484867a4018" /><Relationship Type="http://schemas.openxmlformats.org/officeDocument/2006/relationships/slideLayout" Target="/ppt/slideLayouts/slideLayout3.xml" Id="Ref175fb90a6443d1" /><Relationship Type="http://schemas.openxmlformats.org/officeDocument/2006/relationships/slideLayout" Target="/ppt/slideLayouts/slideLayout4.xml" Id="R115696623bf848d6" /><Relationship Type="http://schemas.openxmlformats.org/officeDocument/2006/relationships/slideLayout" Target="/ppt/slideLayouts/slideLayout5.xml" Id="R78b07f92f45c4068" /><Relationship Type="http://schemas.openxmlformats.org/officeDocument/2006/relationships/slideLayout" Target="/ppt/slideLayouts/slideLayout6.xml" Id="R3c0d29ae84c846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fe70ed55364a3b"/>
    <p:sldLayoutId xmlns:r="http://schemas.openxmlformats.org/officeDocument/2006/relationships" id="2147483650" r:id="Rfee48484867a4018"/>
    <p:sldLayoutId xmlns:r="http://schemas.openxmlformats.org/officeDocument/2006/relationships" id="2147483651" r:id="Ref175fb90a6443d1"/>
    <p:sldLayoutId xmlns:r="http://schemas.openxmlformats.org/officeDocument/2006/relationships" id="2147483652" r:id="R115696623bf848d6"/>
    <p:sldLayoutId xmlns:r="http://schemas.openxmlformats.org/officeDocument/2006/relationships" id="2147483653" r:id="R78b07f92f45c4068"/>
    <p:sldLayoutId xmlns:r="http://schemas.openxmlformats.org/officeDocument/2006/relationships" id="2147483654" r:id="R3c0d29ae84c846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48f561012e4ae4" /><Relationship Type="http://schemas.openxmlformats.org/officeDocument/2006/relationships/notesSlide" Target="/ppt/notesSlides/notesSlide1.xml" Id="R94cf63f2af0f49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860ec2027a44620" /><Relationship Type="http://schemas.openxmlformats.org/officeDocument/2006/relationships/notesSlide" Target="/ppt/notesSlides/notesSlide2.xml" Id="Ra0856c9ef07c46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cce167236e4c38" /><Relationship Type="http://schemas.openxmlformats.org/officeDocument/2006/relationships/notesSlide" Target="/ppt/notesSlides/notesSlide3.xml" Id="R6fdcceaa197b48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5ed1a196bc34a7b" /><Relationship Type="http://schemas.openxmlformats.org/officeDocument/2006/relationships/notesSlide" Target="/ppt/notesSlides/notesSlide4.xml" Id="R7ba72d92778f45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e700aba4944ff8" /><Relationship Type="http://schemas.openxmlformats.org/officeDocument/2006/relationships/notesSlide" Target="/ppt/notesSlides/notesSlide5.xml" Id="Ra26da5208cbd47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adfa1d2b6984937" /><Relationship Type="http://schemas.openxmlformats.org/officeDocument/2006/relationships/notesSlide" Target="/ppt/notesSlides/notesSlide6.xml" Id="Rf63f1aed512244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3c7863619804d1c" /><Relationship Type="http://schemas.openxmlformats.org/officeDocument/2006/relationships/notesSlide" Target="/ppt/notesSlides/notesSlide7.xml" Id="R3e3740046bfa4f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89445660218416c" /><Relationship Type="http://schemas.openxmlformats.org/officeDocument/2006/relationships/notesSlide" Target="/ppt/notesSlides/notesSlide8.xml" Id="R4f79d79fe9d14a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16ccdfd234b45c4" /><Relationship Type="http://schemas.openxmlformats.org/officeDocument/2006/relationships/notesSlide" Target="/ppt/notesSlides/notesSlide9.xml" Id="R1d8673c55c524f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23d2adb213b4edc" /><Relationship Type="http://schemas.openxmlformats.org/officeDocument/2006/relationships/notesSlide" Target="/ppt/notesSlides/notesSlide10.xml" Id="Re0d56303a25346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86dca2cef645b5" /><Relationship Type="http://schemas.openxmlformats.org/officeDocument/2006/relationships/notesSlide" Target="/ppt/notesSlides/notesSlide11.xml" Id="R6cf5efa3c6ed48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a9734132a454924" /><Relationship Type="http://schemas.openxmlformats.org/officeDocument/2006/relationships/notesSlide" Target="/ppt/notesSlides/notesSlide12.xml" Id="R8f140aae78804b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acd0f18c7c941b4" /><Relationship Type="http://schemas.openxmlformats.org/officeDocument/2006/relationships/notesSlide" Target="/ppt/notesSlides/notesSlide13.xml" Id="R045dc7fa9d8a46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aed25f58df84af2" /><Relationship Type="http://schemas.openxmlformats.org/officeDocument/2006/relationships/notesSlide" Target="/ppt/notesSlides/notesSlide14.xml" Id="R6cb75205ca33436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7f56bec2d294985" /><Relationship Type="http://schemas.openxmlformats.org/officeDocument/2006/relationships/notesSlide" Target="/ppt/notesSlides/notesSlide15.xml" Id="R4c8ecfd0842440e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9befefd99264606" /><Relationship Type="http://schemas.openxmlformats.org/officeDocument/2006/relationships/notesSlide" Target="/ppt/notesSlides/notesSlide16.xml" Id="Rf71ab03c627e4c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767aa40cec04620" /><Relationship Type="http://schemas.openxmlformats.org/officeDocument/2006/relationships/image" Target="/ppt/media/image.png" Id="Rec4f07c6774b4131" /><Relationship Type="http://schemas.openxmlformats.org/officeDocument/2006/relationships/notesSlide" Target="/ppt/notesSlides/notesSlide17.xml" Id="R30d6876e94d84fd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4805fd5b6f84813" /><Relationship Type="http://schemas.openxmlformats.org/officeDocument/2006/relationships/notesSlide" Target="/ppt/notesSlides/notesSlide18.xml" Id="R0be4a0a5ac264ab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b8b0275274d4f46" /><Relationship Type="http://schemas.openxmlformats.org/officeDocument/2006/relationships/notesSlide" Target="/ppt/notesSlides/notesSlide19.xml" Id="R020ef242ddbc43a1" /></Relationships>
</file>

<file path=ppt/slides/slide1.xml><?xml version="1.0" encoding="utf-8"?>
<p:sld xmlns:p="http://schemas.openxmlformats.org/presentationml/2006/main">
  <p:cSld>
    <p:bg>
      <p:bgPr>
        <a:solidFill xmlns:a="http://schemas.openxmlformats.org/drawingml/2006/main">
          <a:srgbClr val="203F35"/>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261D46D-70C3-404D-B120-D295654502B5}"/>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7F4EB"/>
                </a:solidFill>
                <a:latin typeface="Arial"/>
                <a:ea typeface="Arial"/>
                <a:cs typeface="Arial"/>
              </a:defRPr>
            </a:defPPr>
          </a:lstStyle>
          <a:p xmlns:a="http://schemas.openxmlformats.org/drawingml/2006/main">
            <a:pPr>
              <a:defRPr sz="3300" b="1">
                <a:solidFill>
                  <a:srgbClr val="F7F4EB"/>
                </a:solidFill>
                <a:latin typeface="Arial"/>
                <a:ea typeface="Arial"/>
                <a:cs typeface="Arial"/>
              </a:defRPr>
            </a:pPr>
            <a:r>
              <a:rPr sz="3300" b="1">
                <a:solidFill>
                  <a:srgbClr val="F7F4EB"/>
                </a:solidFill>
                <a:latin typeface="Arial"/>
                <a:ea typeface="Arial"/>
                <a:cs typeface="Arial"/>
              </a:rPr>
              <a:t>Guardian</a:t>
            </a:r>
          </a:p>
        </p:txBody>
      </p:sp>
      <p:sp>
        <p:nvSpPr>
          <p:cNvPr id="2" name="text-1">
            <a:extLst xmlns:a="http://schemas.openxmlformats.org/drawingml/2006/main">
              <a:ext uri="{FF2B5EF4-FFF2-40B4-BE49-F238E27FC236}">
                <a16:creationId xmlns:a16="http://schemas.microsoft.com/office/drawing/2014/main" id="{F811E98C-24E2-48A9-8B6B-F854C4120F9C}"/>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BBC9BF"/>
                </a:solidFill>
                <a:latin typeface="Arial"/>
                <a:ea typeface="Arial"/>
                <a:cs typeface="Arial"/>
              </a:defRPr>
            </a:defPPr>
          </a:lstStyle>
          <a:p xmlns:a="http://schemas.openxmlformats.org/drawingml/2006/main">
            <a:pPr>
              <a:defRPr sz="1350" b="0">
                <a:solidFill>
                  <a:srgbClr val="BBC9BF"/>
                </a:solidFill>
                <a:latin typeface="Arial"/>
                <a:ea typeface="Arial"/>
                <a:cs typeface="Arial"/>
              </a:defRPr>
            </a:pPr>
            <a:r>
              <a:rPr sz="1350" b="0">
                <a:solidFill>
                  <a:srgbClr val="BBC9BF"/>
                </a:solidFill>
                <a:latin typeface="Arial"/>
                <a:ea typeface="Arial"/>
                <a:cs typeface="Arial"/>
              </a:rPr>
              <a:t>01</a:t>
            </a:r>
          </a:p>
        </p:txBody>
      </p:sp>
      <p:sp>
        <p:nvSpPr>
          <p:cNvPr id="3" name="text-2">
            <a:extLst xmlns:a="http://schemas.openxmlformats.org/drawingml/2006/main">
              <a:ext uri="{FF2B5EF4-FFF2-40B4-BE49-F238E27FC236}">
                <a16:creationId xmlns:a16="http://schemas.microsoft.com/office/drawing/2014/main" id="{5D8EDC3E-18A1-4596-8ABB-4B0356820F86}"/>
              </a:ext>
            </a:extLst>
          </p:cNvPr>
          <p:cNvSpPr>
            <a:spLocks xmlns:a="http://schemas.openxmlformats.org/drawingml/2006/main" noGrp="1"/>
          </p:cNvSpPr>
          <p:nvPr/>
        </p:nvSpPr>
        <p:spPr>
          <a:xfrm xmlns:a="http://schemas.openxmlformats.org/drawingml/2006/main">
            <a:off x="685800" y="2428875"/>
            <a:ext cx="990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F7F4EB"/>
                </a:solidFill>
                <a:latin typeface="Arial"/>
                <a:ea typeface="Arial"/>
                <a:cs typeface="Arial"/>
              </a:defRPr>
            </a:defPPr>
          </a:lstStyle>
          <a:p xmlns:a="http://schemas.openxmlformats.org/drawingml/2006/main">
            <a:pPr>
              <a:defRPr sz="3675" b="1">
                <a:solidFill>
                  <a:srgbClr val="F7F4EB"/>
                </a:solidFill>
                <a:latin typeface="Arial"/>
                <a:ea typeface="Arial"/>
                <a:cs typeface="Arial"/>
              </a:defRPr>
            </a:pPr>
            <a:r>
              <a:rPr sz="3675" b="1">
                <a:solidFill>
                  <a:srgbClr val="F7F4EB"/>
                </a:solidFill>
                <a:latin typeface="Arial"/>
                <a:ea typeface="Arial"/>
                <a:cs typeface="Arial"/>
              </a:rPr>
              <a:t>Rules G0–G15 and how they work</a:t>
            </a:r>
          </a:p>
        </p:txBody>
      </p:sp>
      <p:sp>
        <p:nvSpPr>
          <p:cNvPr id="4" name="text-3">
            <a:extLst xmlns:a="http://schemas.openxmlformats.org/drawingml/2006/main">
              <a:ext uri="{FF2B5EF4-FFF2-40B4-BE49-F238E27FC236}">
                <a16:creationId xmlns:a16="http://schemas.microsoft.com/office/drawing/2014/main" id="{4EE7E867-A451-449D-BEBB-2D01DAD63ACA}"/>
              </a:ext>
            </a:extLst>
          </p:cNvPr>
          <p:cNvSpPr>
            <a:spLocks xmlns:a="http://schemas.openxmlformats.org/drawingml/2006/main" noGrp="1"/>
          </p:cNvSpPr>
          <p:nvPr/>
        </p:nvSpPr>
        <p:spPr>
          <a:xfrm xmlns:a="http://schemas.openxmlformats.org/drawingml/2006/main">
            <a:off x="685800" y="3714750"/>
            <a:ext cx="985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D5DED4"/>
                </a:solidFill>
                <a:latin typeface="Arial"/>
                <a:ea typeface="Arial"/>
                <a:cs typeface="Arial"/>
              </a:defRPr>
            </a:defPPr>
          </a:lstStyle>
          <a:p xmlns:a="http://schemas.openxmlformats.org/drawingml/2006/main">
            <a:pPr>
              <a:defRPr sz="2250" b="0">
                <a:solidFill>
                  <a:srgbClr val="D5DED4"/>
                </a:solidFill>
                <a:latin typeface="Arial"/>
                <a:ea typeface="Arial"/>
                <a:cs typeface="Arial"/>
              </a:defRPr>
            </a:pPr>
            <a:r>
              <a:rPr sz="2250" b="0">
                <a:solidFill>
                  <a:srgbClr val="D5DED4"/>
                </a:solidFill>
                <a:latin typeface="Arial"/>
                <a:ea typeface="Arial"/>
                <a:cs typeface="Arial"/>
              </a:rPr>
              <a:t>Locked facts, traceable copy and checked approval</a:t>
            </a:r>
          </a:p>
        </p:txBody>
      </p:sp>
      <p:sp>
        <p:nvSpPr>
          <p:cNvPr id="5" name="text-4">
            <a:extLst xmlns:a="http://schemas.openxmlformats.org/drawingml/2006/main">
              <a:ext uri="{FF2B5EF4-FFF2-40B4-BE49-F238E27FC236}">
                <a16:creationId xmlns:a16="http://schemas.microsoft.com/office/drawing/2014/main" id="{1BF2FF6D-5568-410E-B989-9E3366B01D8C}"/>
              </a:ext>
            </a:extLst>
          </p:cNvPr>
          <p:cNvSpPr>
            <a:spLocks xmlns:a="http://schemas.openxmlformats.org/drawingml/2006/main" noGrp="1"/>
          </p:cNvSpPr>
          <p:nvPr/>
        </p:nvSpPr>
        <p:spPr>
          <a:xfrm xmlns:a="http://schemas.openxmlformats.org/drawingml/2006/main">
            <a:off x="685800" y="538162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BBC9BF"/>
                </a:solidFill>
                <a:latin typeface="Arial"/>
                <a:ea typeface="Arial"/>
                <a:cs typeface="Arial"/>
              </a:defRPr>
            </a:defPPr>
          </a:lstStyle>
          <a:p xmlns:a="http://schemas.openxmlformats.org/drawingml/2006/main">
            <a:pPr>
              <a:defRPr sz="1800" b="0">
                <a:solidFill>
                  <a:srgbClr val="BBC9BF"/>
                </a:solidFill>
                <a:latin typeface="Arial"/>
                <a:ea typeface="Arial"/>
                <a:cs typeface="Arial"/>
              </a:defRPr>
            </a:pPr>
            <a:r>
              <a:rPr sz="1800" b="0">
                <a:solidFill>
                  <a:srgbClr val="BBC9BF"/>
                </a:solidFill>
                <a:latin typeface="Arial"/>
                <a:ea typeface="Arial"/>
                <a:cs typeface="Arial"/>
              </a:rPr>
              <a:t>IntentLocked café campaign project</a:t>
            </a:r>
          </a:p>
        </p:txBody>
      </p:sp>
    </p:spTree>
    <p:extLst>
      <p:ext uri="{BB962C8B-B14F-4D97-AF65-F5344CB8AC3E}">
        <p14:creationId xmlns:p14="http://schemas.microsoft.com/office/powerpoint/2010/main" val="358898081"/>
      </p:ext>
    </p:extLst>
  </p:cSld>
</p:sld>
</file>

<file path=ppt/slides/slide2.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0310C8A3-F88E-4D64-AC57-7A11CD3B7FA4}"/>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Guardian in the campaign workflow</a:t>
            </a:r>
          </a:p>
        </p:txBody>
      </p:sp>
      <p:sp>
        <p:nvSpPr>
          <p:cNvPr id="2" name="text-1">
            <a:extLst xmlns:a="http://schemas.openxmlformats.org/drawingml/2006/main">
              <a:ext uri="{FF2B5EF4-FFF2-40B4-BE49-F238E27FC236}">
                <a16:creationId xmlns:a16="http://schemas.microsoft.com/office/drawing/2014/main" id="{784F5CC8-DCB4-42FB-A103-A3A8B3923D92}"/>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02</a:t>
            </a:r>
          </a:p>
        </p:txBody>
      </p:sp>
      <p:sp>
        <p:nvSpPr>
          <p:cNvPr id="3" name="text-2">
            <a:extLst xmlns:a="http://schemas.openxmlformats.org/drawingml/2006/main">
              <a:ext uri="{FF2B5EF4-FFF2-40B4-BE49-F238E27FC236}">
                <a16:creationId xmlns:a16="http://schemas.microsoft.com/office/drawing/2014/main" id="{120C1555-F928-4D37-9A02-F56434CF2878}"/>
              </a:ext>
            </a:extLst>
          </p:cNvPr>
          <p:cNvSpPr>
            <a:spLocks xmlns:a="http://schemas.openxmlformats.org/drawingml/2006/main" noGrp="1"/>
          </p:cNvSpPr>
          <p:nvPr/>
        </p:nvSpPr>
        <p:spPr>
          <a:xfrm xmlns:a="http://schemas.openxmlformats.org/drawingml/2006/main">
            <a:off x="685800" y="17335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C2542C"/>
                </a:solidFill>
                <a:latin typeface="Arial"/>
                <a:ea typeface="Arial"/>
                <a:cs typeface="Arial"/>
              </a:defRPr>
            </a:defPPr>
          </a:lstStyle>
          <a:p xmlns:a="http://schemas.openxmlformats.org/drawingml/2006/main">
            <a:pPr>
              <a:defRPr sz="2325" b="1">
                <a:solidFill>
                  <a:srgbClr val="C2542C"/>
                </a:solidFill>
                <a:latin typeface="Arial"/>
                <a:ea typeface="Arial"/>
                <a:cs typeface="Arial"/>
              </a:defRPr>
            </a:pPr>
            <a:r>
              <a:rPr sz="2325" b="1">
                <a:solidFill>
                  <a:srgbClr val="C2542C"/>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39C36353-185D-467A-81F8-BA67EFFF030C}"/>
              </a:ext>
            </a:extLst>
          </p:cNvPr>
          <p:cNvSpPr>
            <a:spLocks xmlns:a="http://schemas.openxmlformats.org/drawingml/2006/main" noGrp="1"/>
          </p:cNvSpPr>
          <p:nvPr/>
        </p:nvSpPr>
        <p:spPr>
          <a:xfrm xmlns:a="http://schemas.openxmlformats.org/drawingml/2006/main">
            <a:off x="1495425" y="1733550"/>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3F35"/>
                </a:solidFill>
                <a:latin typeface="Arial"/>
                <a:ea typeface="Arial"/>
                <a:cs typeface="Arial"/>
              </a:defRPr>
            </a:defPPr>
          </a:lstStyle>
          <a:p xmlns:a="http://schemas.openxmlformats.org/drawingml/2006/main">
            <a:pPr>
              <a:defRPr sz="2175" b="1">
                <a:solidFill>
                  <a:srgbClr val="203F35"/>
                </a:solidFill>
                <a:latin typeface="Arial"/>
                <a:ea typeface="Arial"/>
                <a:cs typeface="Arial"/>
              </a:defRPr>
            </a:pPr>
            <a:r>
              <a:rPr sz="2175" b="1">
                <a:solidFill>
                  <a:srgbClr val="203F35"/>
                </a:solidFill>
                <a:latin typeface="Arial"/>
                <a:ea typeface="Arial"/>
                <a:cs typeface="Arial"/>
              </a:rPr>
              <a:t>Owner locks facts</a:t>
            </a:r>
          </a:p>
        </p:txBody>
      </p:sp>
      <p:sp>
        <p:nvSpPr>
          <p:cNvPr id="5" name="text-4">
            <a:extLst xmlns:a="http://schemas.openxmlformats.org/drawingml/2006/main">
              <a:ext uri="{FF2B5EF4-FFF2-40B4-BE49-F238E27FC236}">
                <a16:creationId xmlns:a16="http://schemas.microsoft.com/office/drawing/2014/main" id="{185180F6-A039-44B3-B1E1-768775B99CB5}"/>
              </a:ext>
            </a:extLst>
          </p:cNvPr>
          <p:cNvSpPr>
            <a:spLocks xmlns:a="http://schemas.openxmlformats.org/drawingml/2006/main" noGrp="1"/>
          </p:cNvSpPr>
          <p:nvPr/>
        </p:nvSpPr>
        <p:spPr>
          <a:xfrm xmlns:a="http://schemas.openxmlformats.org/drawingml/2006/main">
            <a:off x="6162675" y="17335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66B63"/>
                </a:solidFill>
                <a:latin typeface="Arial"/>
                <a:ea typeface="Arial"/>
                <a:cs typeface="Arial"/>
              </a:defRPr>
            </a:defPPr>
          </a:lstStyle>
          <a:p xmlns:a="http://schemas.openxmlformats.org/drawingml/2006/main">
            <a:pPr>
              <a:defRPr sz="1875" b="0">
                <a:solidFill>
                  <a:srgbClr val="566B63"/>
                </a:solidFill>
                <a:latin typeface="Arial"/>
                <a:ea typeface="Arial"/>
                <a:cs typeface="Arial"/>
              </a:defRPr>
            </a:pPr>
            <a:r>
              <a:rPr sz="1875" b="0">
                <a:solidFill>
                  <a:srgbClr val="566B63"/>
                </a:solidFill>
                <a:latin typeface="Arial"/>
                <a:ea typeface="Arial"/>
                <a:cs typeface="Arial"/>
              </a:rPr>
              <a:t>Canonical values and reviewed language forms</a:t>
            </a:r>
          </a:p>
        </p:txBody>
      </p:sp>
      <p:sp>
        <p:nvSpPr>
          <p:cNvPr id="6" name="text-5">
            <a:extLst xmlns:a="http://schemas.openxmlformats.org/drawingml/2006/main">
              <a:ext uri="{FF2B5EF4-FFF2-40B4-BE49-F238E27FC236}">
                <a16:creationId xmlns:a16="http://schemas.microsoft.com/office/drawing/2014/main" id="{383FCE66-6651-4E19-AC74-F656BE6F3CD3}"/>
              </a:ext>
            </a:extLst>
          </p:cNvPr>
          <p:cNvSpPr>
            <a:spLocks xmlns:a="http://schemas.openxmlformats.org/drawingml/2006/main" noGrp="1"/>
          </p:cNvSpPr>
          <p:nvPr/>
        </p:nvSpPr>
        <p:spPr>
          <a:xfrm xmlns:a="http://schemas.openxmlformats.org/drawingml/2006/main">
            <a:off x="685800" y="25622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C2542C"/>
                </a:solidFill>
                <a:latin typeface="Arial"/>
                <a:ea typeface="Arial"/>
                <a:cs typeface="Arial"/>
              </a:defRPr>
            </a:defPPr>
          </a:lstStyle>
          <a:p xmlns:a="http://schemas.openxmlformats.org/drawingml/2006/main">
            <a:pPr>
              <a:defRPr sz="2325" b="1">
                <a:solidFill>
                  <a:srgbClr val="C2542C"/>
                </a:solidFill>
                <a:latin typeface="Arial"/>
                <a:ea typeface="Arial"/>
                <a:cs typeface="Arial"/>
              </a:defRPr>
            </a:pPr>
            <a:r>
              <a:rPr sz="2325" b="1">
                <a:solidFill>
                  <a:srgbClr val="C2542C"/>
                </a:solidFill>
                <a:latin typeface="Arial"/>
                <a:ea typeface="Arial"/>
                <a:cs typeface="Arial"/>
              </a:rPr>
              <a:t>02</a:t>
            </a:r>
          </a:p>
        </p:txBody>
      </p:sp>
      <p:sp>
        <p:nvSpPr>
          <p:cNvPr id="7" name="text-6">
            <a:extLst xmlns:a="http://schemas.openxmlformats.org/drawingml/2006/main">
              <a:ext uri="{FF2B5EF4-FFF2-40B4-BE49-F238E27FC236}">
                <a16:creationId xmlns:a16="http://schemas.microsoft.com/office/drawing/2014/main" id="{B995F693-7B37-4B3F-9A87-C61F12694590}"/>
              </a:ext>
            </a:extLst>
          </p:cNvPr>
          <p:cNvSpPr>
            <a:spLocks xmlns:a="http://schemas.openxmlformats.org/drawingml/2006/main" noGrp="1"/>
          </p:cNvSpPr>
          <p:nvPr/>
        </p:nvSpPr>
        <p:spPr>
          <a:xfrm xmlns:a="http://schemas.openxmlformats.org/drawingml/2006/main">
            <a:off x="1495425" y="2562225"/>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3F35"/>
                </a:solidFill>
                <a:latin typeface="Arial"/>
                <a:ea typeface="Arial"/>
                <a:cs typeface="Arial"/>
              </a:defRPr>
            </a:defPPr>
          </a:lstStyle>
          <a:p xmlns:a="http://schemas.openxmlformats.org/drawingml/2006/main">
            <a:pPr>
              <a:defRPr sz="2175" b="1">
                <a:solidFill>
                  <a:srgbClr val="203F35"/>
                </a:solidFill>
                <a:latin typeface="Arial"/>
                <a:ea typeface="Arial"/>
                <a:cs typeface="Arial"/>
              </a:defRPr>
            </a:pPr>
            <a:r>
              <a:rPr sz="2175" b="1">
                <a:solidFill>
                  <a:srgbClr val="203F35"/>
                </a:solidFill>
                <a:latin typeface="Arial"/>
                <a:ea typeface="Arial"/>
                <a:cs typeface="Arial"/>
              </a:rPr>
              <a:t>AI drafts a template</a:t>
            </a:r>
          </a:p>
        </p:txBody>
      </p:sp>
      <p:sp>
        <p:nvSpPr>
          <p:cNvPr id="8" name="text-7">
            <a:extLst xmlns:a="http://schemas.openxmlformats.org/drawingml/2006/main">
              <a:ext uri="{FF2B5EF4-FFF2-40B4-BE49-F238E27FC236}">
                <a16:creationId xmlns:a16="http://schemas.microsoft.com/office/drawing/2014/main" id="{06E269EC-102C-4A54-9548-EC1494E9172A}"/>
              </a:ext>
            </a:extLst>
          </p:cNvPr>
          <p:cNvSpPr>
            <a:spLocks xmlns:a="http://schemas.openxmlformats.org/drawingml/2006/main" noGrp="1"/>
          </p:cNvSpPr>
          <p:nvPr/>
        </p:nvSpPr>
        <p:spPr>
          <a:xfrm xmlns:a="http://schemas.openxmlformats.org/drawingml/2006/main">
            <a:off x="6162675" y="256222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66B63"/>
                </a:solidFill>
                <a:latin typeface="Arial"/>
                <a:ea typeface="Arial"/>
                <a:cs typeface="Arial"/>
              </a:defRPr>
            </a:defPPr>
          </a:lstStyle>
          <a:p xmlns:a="http://schemas.openxmlformats.org/drawingml/2006/main">
            <a:pPr>
              <a:defRPr sz="1875" b="0">
                <a:solidFill>
                  <a:srgbClr val="566B63"/>
                </a:solidFill>
                <a:latin typeface="Arial"/>
                <a:ea typeface="Arial"/>
                <a:cs typeface="Arial"/>
              </a:defRPr>
            </a:pPr>
            <a:r>
              <a:rPr sz="1875" b="0">
                <a:solidFill>
                  <a:srgbClr val="566B63"/>
                </a:solidFill>
                <a:latin typeface="Arial"/>
                <a:ea typeface="Arial"/>
                <a:cs typeface="Arial"/>
              </a:rPr>
              <a:t>Creative language uses approved slot grammar</a:t>
            </a:r>
          </a:p>
        </p:txBody>
      </p:sp>
      <p:sp>
        <p:nvSpPr>
          <p:cNvPr id="9" name="text-8">
            <a:extLst xmlns:a="http://schemas.openxmlformats.org/drawingml/2006/main">
              <a:ext uri="{FF2B5EF4-FFF2-40B4-BE49-F238E27FC236}">
                <a16:creationId xmlns:a16="http://schemas.microsoft.com/office/drawing/2014/main" id="{EE404A84-AB44-4711-B7A4-A32F7DC7F562}"/>
              </a:ext>
            </a:extLst>
          </p:cNvPr>
          <p:cNvSpPr>
            <a:spLocks xmlns:a="http://schemas.openxmlformats.org/drawingml/2006/main" noGrp="1"/>
          </p:cNvSpPr>
          <p:nvPr/>
        </p:nvSpPr>
        <p:spPr>
          <a:xfrm xmlns:a="http://schemas.openxmlformats.org/drawingml/2006/main">
            <a:off x="685800" y="33909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C2542C"/>
                </a:solidFill>
                <a:latin typeface="Arial"/>
                <a:ea typeface="Arial"/>
                <a:cs typeface="Arial"/>
              </a:defRPr>
            </a:defPPr>
          </a:lstStyle>
          <a:p xmlns:a="http://schemas.openxmlformats.org/drawingml/2006/main">
            <a:pPr>
              <a:defRPr sz="2325" b="1">
                <a:solidFill>
                  <a:srgbClr val="C2542C"/>
                </a:solidFill>
                <a:latin typeface="Arial"/>
                <a:ea typeface="Arial"/>
                <a:cs typeface="Arial"/>
              </a:defRPr>
            </a:pPr>
            <a:r>
              <a:rPr sz="2325" b="1">
                <a:solidFill>
                  <a:srgbClr val="C2542C"/>
                </a:solidFill>
                <a:latin typeface="Arial"/>
                <a:ea typeface="Arial"/>
                <a:cs typeface="Arial"/>
              </a:rPr>
              <a:t>03</a:t>
            </a:r>
          </a:p>
        </p:txBody>
      </p:sp>
      <p:sp>
        <p:nvSpPr>
          <p:cNvPr id="10" name="text-9">
            <a:extLst xmlns:a="http://schemas.openxmlformats.org/drawingml/2006/main">
              <a:ext uri="{FF2B5EF4-FFF2-40B4-BE49-F238E27FC236}">
                <a16:creationId xmlns:a16="http://schemas.microsoft.com/office/drawing/2014/main" id="{8F398396-09FE-4323-9F1C-AB7165E0A002}"/>
              </a:ext>
            </a:extLst>
          </p:cNvPr>
          <p:cNvSpPr>
            <a:spLocks xmlns:a="http://schemas.openxmlformats.org/drawingml/2006/main" noGrp="1"/>
          </p:cNvSpPr>
          <p:nvPr/>
        </p:nvSpPr>
        <p:spPr>
          <a:xfrm xmlns:a="http://schemas.openxmlformats.org/drawingml/2006/main">
            <a:off x="1495425" y="3390900"/>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3F35"/>
                </a:solidFill>
                <a:latin typeface="Arial"/>
                <a:ea typeface="Arial"/>
                <a:cs typeface="Arial"/>
              </a:defRPr>
            </a:defPPr>
          </a:lstStyle>
          <a:p xmlns:a="http://schemas.openxmlformats.org/drawingml/2006/main">
            <a:pPr>
              <a:defRPr sz="2175" b="1">
                <a:solidFill>
                  <a:srgbClr val="203F35"/>
                </a:solidFill>
                <a:latin typeface="Arial"/>
                <a:ea typeface="Arial"/>
                <a:cs typeface="Arial"/>
              </a:defRPr>
            </a:pPr>
            <a:r>
              <a:rPr sz="2175" b="1">
                <a:solidFill>
                  <a:srgbClr val="203F35"/>
                </a:solidFill>
                <a:latin typeface="Arial"/>
                <a:ea typeface="Arial"/>
                <a:cs typeface="Arial"/>
              </a:rPr>
              <a:t>Code fills and checks</a:t>
            </a:r>
          </a:p>
        </p:txBody>
      </p:sp>
      <p:sp>
        <p:nvSpPr>
          <p:cNvPr id="11" name="text-10">
            <a:extLst xmlns:a="http://schemas.openxmlformats.org/drawingml/2006/main">
              <a:ext uri="{FF2B5EF4-FFF2-40B4-BE49-F238E27FC236}">
                <a16:creationId xmlns:a16="http://schemas.microsoft.com/office/drawing/2014/main" id="{A49C8C5B-AADC-4069-84DE-670C1C7AA94D}"/>
              </a:ext>
            </a:extLst>
          </p:cNvPr>
          <p:cNvSpPr>
            <a:spLocks xmlns:a="http://schemas.openxmlformats.org/drawingml/2006/main" noGrp="1"/>
          </p:cNvSpPr>
          <p:nvPr/>
        </p:nvSpPr>
        <p:spPr>
          <a:xfrm xmlns:a="http://schemas.openxmlformats.org/drawingml/2006/main">
            <a:off x="6162675" y="33909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66B63"/>
                </a:solidFill>
                <a:latin typeface="Arial"/>
                <a:ea typeface="Arial"/>
                <a:cs typeface="Arial"/>
              </a:defRPr>
            </a:defPPr>
          </a:lstStyle>
          <a:p xmlns:a="http://schemas.openxmlformats.org/drawingml/2006/main">
            <a:pPr>
              <a:defRPr sz="1875" b="0">
                <a:solidFill>
                  <a:srgbClr val="566B63"/>
                </a:solidFill>
                <a:latin typeface="Arial"/>
                <a:ea typeface="Arial"/>
                <a:cs typeface="Arial"/>
              </a:defRPr>
            </a:pPr>
            <a:r>
              <a:rPr sz="1875" b="0">
                <a:solidFill>
                  <a:srgbClr val="566B63"/>
                </a:solidFill>
                <a:latin typeface="Arial"/>
                <a:ea typeface="Arial"/>
                <a:cs typeface="Arial"/>
              </a:rPr>
              <a:t>Parser, provenance and G01–G15 report</a:t>
            </a:r>
          </a:p>
        </p:txBody>
      </p:sp>
      <p:sp>
        <p:nvSpPr>
          <p:cNvPr id="12" name="text-11">
            <a:extLst xmlns:a="http://schemas.openxmlformats.org/drawingml/2006/main">
              <a:ext uri="{FF2B5EF4-FFF2-40B4-BE49-F238E27FC236}">
                <a16:creationId xmlns:a16="http://schemas.microsoft.com/office/drawing/2014/main" id="{456A1B4E-F181-4FC4-966C-2103DBFEBBAD}"/>
              </a:ext>
            </a:extLst>
          </p:cNvPr>
          <p:cNvSpPr>
            <a:spLocks xmlns:a="http://schemas.openxmlformats.org/drawingml/2006/main" noGrp="1"/>
          </p:cNvSpPr>
          <p:nvPr/>
        </p:nvSpPr>
        <p:spPr>
          <a:xfrm xmlns:a="http://schemas.openxmlformats.org/drawingml/2006/main">
            <a:off x="685800" y="42195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C2542C"/>
                </a:solidFill>
                <a:latin typeface="Arial"/>
                <a:ea typeface="Arial"/>
                <a:cs typeface="Arial"/>
              </a:defRPr>
            </a:defPPr>
          </a:lstStyle>
          <a:p xmlns:a="http://schemas.openxmlformats.org/drawingml/2006/main">
            <a:pPr>
              <a:defRPr sz="2325" b="1">
                <a:solidFill>
                  <a:srgbClr val="C2542C"/>
                </a:solidFill>
                <a:latin typeface="Arial"/>
                <a:ea typeface="Arial"/>
                <a:cs typeface="Arial"/>
              </a:defRPr>
            </a:pPr>
            <a:r>
              <a:rPr sz="2325" b="1">
                <a:solidFill>
                  <a:srgbClr val="C2542C"/>
                </a:solidFill>
                <a:latin typeface="Arial"/>
                <a:ea typeface="Arial"/>
                <a:cs typeface="Arial"/>
              </a:rPr>
              <a:t>04</a:t>
            </a:r>
          </a:p>
        </p:txBody>
      </p:sp>
      <p:sp>
        <p:nvSpPr>
          <p:cNvPr id="13" name="text-12">
            <a:extLst xmlns:a="http://schemas.openxmlformats.org/drawingml/2006/main">
              <a:ext uri="{FF2B5EF4-FFF2-40B4-BE49-F238E27FC236}">
                <a16:creationId xmlns:a16="http://schemas.microsoft.com/office/drawing/2014/main" id="{FD263EB1-1075-4407-AF75-98CE185AB636}"/>
              </a:ext>
            </a:extLst>
          </p:cNvPr>
          <p:cNvSpPr>
            <a:spLocks xmlns:a="http://schemas.openxmlformats.org/drawingml/2006/main" noGrp="1"/>
          </p:cNvSpPr>
          <p:nvPr/>
        </p:nvSpPr>
        <p:spPr>
          <a:xfrm xmlns:a="http://schemas.openxmlformats.org/drawingml/2006/main">
            <a:off x="1495425" y="4219575"/>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3F35"/>
                </a:solidFill>
                <a:latin typeface="Arial"/>
                <a:ea typeface="Arial"/>
                <a:cs typeface="Arial"/>
              </a:defRPr>
            </a:defPPr>
          </a:lstStyle>
          <a:p xmlns:a="http://schemas.openxmlformats.org/drawingml/2006/main">
            <a:pPr>
              <a:defRPr sz="2175" b="1">
                <a:solidFill>
                  <a:srgbClr val="203F35"/>
                </a:solidFill>
                <a:latin typeface="Arial"/>
                <a:ea typeface="Arial"/>
                <a:cs typeface="Arial"/>
              </a:defRPr>
            </a:pPr>
            <a:r>
              <a:rPr sz="2175" b="1">
                <a:solidFill>
                  <a:srgbClr val="203F35"/>
                </a:solidFill>
                <a:latin typeface="Arial"/>
                <a:ea typeface="Arial"/>
                <a:cs typeface="Arial"/>
              </a:rPr>
              <a:t>Reader and owner review</a:t>
            </a:r>
          </a:p>
        </p:txBody>
      </p:sp>
      <p:sp>
        <p:nvSpPr>
          <p:cNvPr id="14" name="text-13">
            <a:extLst xmlns:a="http://schemas.openxmlformats.org/drawingml/2006/main">
              <a:ext uri="{FF2B5EF4-FFF2-40B4-BE49-F238E27FC236}">
                <a16:creationId xmlns:a16="http://schemas.microsoft.com/office/drawing/2014/main" id="{72D0695B-5D58-4A49-8052-C8ABEEFB9EED}"/>
              </a:ext>
            </a:extLst>
          </p:cNvPr>
          <p:cNvSpPr>
            <a:spLocks xmlns:a="http://schemas.openxmlformats.org/drawingml/2006/main" noGrp="1"/>
          </p:cNvSpPr>
          <p:nvPr/>
        </p:nvSpPr>
        <p:spPr>
          <a:xfrm xmlns:a="http://schemas.openxmlformats.org/drawingml/2006/main">
            <a:off x="6162675" y="421957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66B63"/>
                </a:solidFill>
                <a:latin typeface="Arial"/>
                <a:ea typeface="Arial"/>
                <a:cs typeface="Arial"/>
              </a:defRPr>
            </a:defPPr>
          </a:lstStyle>
          <a:p xmlns:a="http://schemas.openxmlformats.org/drawingml/2006/main">
            <a:pPr>
              <a:defRPr sz="1875" b="0">
                <a:solidFill>
                  <a:srgbClr val="566B63"/>
                </a:solidFill>
                <a:latin typeface="Arial"/>
                <a:ea typeface="Arial"/>
                <a:cs typeface="Arial"/>
              </a:defRPr>
            </a:pPr>
            <a:r>
              <a:rPr sz="1875" b="0">
                <a:solidFill>
                  <a:srgbClr val="566B63"/>
                </a:solidFill>
                <a:latin typeface="Arial"/>
                <a:ea typeface="Arial"/>
                <a:cs typeface="Arial"/>
              </a:rPr>
              <a:t>Bound audit evidence and current artifact hashes</a:t>
            </a:r>
          </a:p>
        </p:txBody>
      </p:sp>
      <p:sp>
        <p:nvSpPr>
          <p:cNvPr id="15" name="text-14">
            <a:extLst xmlns:a="http://schemas.openxmlformats.org/drawingml/2006/main">
              <a:ext uri="{FF2B5EF4-FFF2-40B4-BE49-F238E27FC236}">
                <a16:creationId xmlns:a16="http://schemas.microsoft.com/office/drawing/2014/main" id="{76CCE8E2-D39B-4C24-A61F-83EFECAC5698}"/>
              </a:ext>
            </a:extLst>
          </p:cNvPr>
          <p:cNvSpPr>
            <a:spLocks xmlns:a="http://schemas.openxmlformats.org/drawingml/2006/main" noGrp="1"/>
          </p:cNvSpPr>
          <p:nvPr/>
        </p:nvSpPr>
        <p:spPr>
          <a:xfrm xmlns:a="http://schemas.openxmlformats.org/drawingml/2006/main">
            <a:off x="685800" y="50482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C2542C"/>
                </a:solidFill>
                <a:latin typeface="Arial"/>
                <a:ea typeface="Arial"/>
                <a:cs typeface="Arial"/>
              </a:defRPr>
            </a:defPPr>
          </a:lstStyle>
          <a:p xmlns:a="http://schemas.openxmlformats.org/drawingml/2006/main">
            <a:pPr>
              <a:defRPr sz="2325" b="1">
                <a:solidFill>
                  <a:srgbClr val="C2542C"/>
                </a:solidFill>
                <a:latin typeface="Arial"/>
                <a:ea typeface="Arial"/>
                <a:cs typeface="Arial"/>
              </a:defRPr>
            </a:pPr>
            <a:r>
              <a:rPr sz="2325" b="1">
                <a:solidFill>
                  <a:srgbClr val="C2542C"/>
                </a:solidFill>
                <a:latin typeface="Arial"/>
                <a:ea typeface="Arial"/>
                <a:cs typeface="Arial"/>
              </a:rPr>
              <a:t>05</a:t>
            </a:r>
          </a:p>
        </p:txBody>
      </p:sp>
      <p:sp>
        <p:nvSpPr>
          <p:cNvPr id="16" name="text-15">
            <a:extLst xmlns:a="http://schemas.openxmlformats.org/drawingml/2006/main">
              <a:ext uri="{FF2B5EF4-FFF2-40B4-BE49-F238E27FC236}">
                <a16:creationId xmlns:a16="http://schemas.microsoft.com/office/drawing/2014/main" id="{94C8929C-5E98-4927-B505-1172AF314C60}"/>
              </a:ext>
            </a:extLst>
          </p:cNvPr>
          <p:cNvSpPr>
            <a:spLocks xmlns:a="http://schemas.openxmlformats.org/drawingml/2006/main" noGrp="1"/>
          </p:cNvSpPr>
          <p:nvPr/>
        </p:nvSpPr>
        <p:spPr>
          <a:xfrm xmlns:a="http://schemas.openxmlformats.org/drawingml/2006/main">
            <a:off x="1495425" y="5048250"/>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3F35"/>
                </a:solidFill>
                <a:latin typeface="Arial"/>
                <a:ea typeface="Arial"/>
                <a:cs typeface="Arial"/>
              </a:defRPr>
            </a:defPPr>
          </a:lstStyle>
          <a:p xmlns:a="http://schemas.openxmlformats.org/drawingml/2006/main">
            <a:pPr>
              <a:defRPr sz="2175" b="1">
                <a:solidFill>
                  <a:srgbClr val="203F35"/>
                </a:solidFill>
                <a:latin typeface="Arial"/>
                <a:ea typeface="Arial"/>
                <a:cs typeface="Arial"/>
              </a:defRPr>
            </a:pPr>
            <a:r>
              <a:rPr sz="2175" b="1">
                <a:solidFill>
                  <a:srgbClr val="203F35"/>
                </a:solidFill>
                <a:latin typeface="Arial"/>
                <a:ea typeface="Arial"/>
                <a:cs typeface="Arial"/>
              </a:rPr>
              <a:t>Authorized export</a:t>
            </a:r>
          </a:p>
        </p:txBody>
      </p:sp>
      <p:sp>
        <p:nvSpPr>
          <p:cNvPr id="17" name="text-16">
            <a:extLst xmlns:a="http://schemas.openxmlformats.org/drawingml/2006/main">
              <a:ext uri="{FF2B5EF4-FFF2-40B4-BE49-F238E27FC236}">
                <a16:creationId xmlns:a16="http://schemas.microsoft.com/office/drawing/2014/main" id="{A745C8FF-247A-41F0-99D2-57A06F434817}"/>
              </a:ext>
            </a:extLst>
          </p:cNvPr>
          <p:cNvSpPr>
            <a:spLocks xmlns:a="http://schemas.openxmlformats.org/drawingml/2006/main" noGrp="1"/>
          </p:cNvSpPr>
          <p:nvPr/>
        </p:nvSpPr>
        <p:spPr>
          <a:xfrm xmlns:a="http://schemas.openxmlformats.org/drawingml/2006/main">
            <a:off x="6162675" y="50482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66B63"/>
                </a:solidFill>
                <a:latin typeface="Arial"/>
                <a:ea typeface="Arial"/>
                <a:cs typeface="Arial"/>
              </a:defRPr>
            </a:defPPr>
          </a:lstStyle>
          <a:p xmlns:a="http://schemas.openxmlformats.org/drawingml/2006/main">
            <a:pPr>
              <a:defRPr sz="1875" b="0">
                <a:solidFill>
                  <a:srgbClr val="566B63"/>
                </a:solidFill>
                <a:latin typeface="Arial"/>
                <a:ea typeface="Arial"/>
                <a:cs typeface="Arial"/>
              </a:defRPr>
            </a:pPr>
            <a:r>
              <a:rPr sz="1875" b="0">
                <a:solidFill>
                  <a:srgbClr val="566B63"/>
                </a:solidFill>
                <a:latin typeface="Arial"/>
                <a:ea typeface="Arial"/>
                <a:cs typeface="Arial"/>
              </a:rPr>
              <a:t>Server repeats checks before releasing exact bytes</a:t>
            </a:r>
          </a:p>
        </p:txBody>
      </p:sp>
    </p:spTree>
    <p:extLst>
      <p:ext uri="{BB962C8B-B14F-4D97-AF65-F5344CB8AC3E}">
        <p14:creationId xmlns:p14="http://schemas.microsoft.com/office/powerpoint/2010/main" val="2061004070"/>
      </p:ext>
    </p:extLst>
  </p:cSld>
</p:sld>
</file>

<file path=ppt/slides/slide3.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1BF0B70F-D93B-4F90-8E7A-9C4A33EB0675}"/>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G0  Prerequisite gate</a:t>
            </a:r>
          </a:p>
        </p:txBody>
      </p:sp>
      <p:sp>
        <p:nvSpPr>
          <p:cNvPr id="2" name="text-1">
            <a:extLst xmlns:a="http://schemas.openxmlformats.org/drawingml/2006/main">
              <a:ext uri="{FF2B5EF4-FFF2-40B4-BE49-F238E27FC236}">
                <a16:creationId xmlns:a16="http://schemas.microsoft.com/office/drawing/2014/main" id="{3A0F93BE-A983-40D7-8989-449ED12BAFFC}"/>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03</a:t>
            </a:r>
          </a:p>
        </p:txBody>
      </p:sp>
      <p:sp>
        <p:nvSpPr>
          <p:cNvPr id="3" name="text-2">
            <a:extLst xmlns:a="http://schemas.openxmlformats.org/drawingml/2006/main">
              <a:ext uri="{FF2B5EF4-FFF2-40B4-BE49-F238E27FC236}">
                <a16:creationId xmlns:a16="http://schemas.microsoft.com/office/drawing/2014/main" id="{2751F11F-8E01-4DFB-898E-55B35503636D}"/>
              </a:ext>
            </a:extLst>
          </p:cNvPr>
          <p:cNvSpPr>
            <a:spLocks xmlns:a="http://schemas.openxmlformats.org/drawingml/2006/main" noGrp="1"/>
          </p:cNvSpPr>
          <p:nvPr/>
        </p:nvSpPr>
        <p:spPr>
          <a:xfrm xmlns:a="http://schemas.openxmlformats.org/drawingml/2006/main">
            <a:off x="685800" y="17621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F35"/>
                </a:solidFill>
                <a:latin typeface="Arial"/>
                <a:ea typeface="Arial"/>
                <a:cs typeface="Arial"/>
              </a:defRPr>
            </a:defPPr>
          </a:lstStyle>
          <a:p xmlns:a="http://schemas.openxmlformats.org/drawingml/2006/main">
            <a:pPr>
              <a:defRPr sz="2250" b="1">
                <a:solidFill>
                  <a:srgbClr val="203F35"/>
                </a:solidFill>
                <a:latin typeface="Arial"/>
                <a:ea typeface="Arial"/>
                <a:cs typeface="Arial"/>
              </a:defRPr>
            </a:pPr>
            <a:r>
              <a:rPr sz="2250" b="1">
                <a:solidFill>
                  <a:srgbClr val="203F35"/>
                </a:solidFill>
                <a:latin typeface="Arial"/>
                <a:ea typeface="Arial"/>
                <a:cs typeface="Arial"/>
              </a:rPr>
              <a:t>The server loads the current locked campaign</a:t>
            </a:r>
          </a:p>
        </p:txBody>
      </p:sp>
      <p:sp>
        <p:nvSpPr>
          <p:cNvPr id="4" name="text-3">
            <a:extLst xmlns:a="http://schemas.openxmlformats.org/drawingml/2006/main">
              <a:ext uri="{FF2B5EF4-FFF2-40B4-BE49-F238E27FC236}">
                <a16:creationId xmlns:a16="http://schemas.microsoft.com/office/drawing/2014/main" id="{6991674D-EDE7-4A04-91ED-4FC6705982FC}"/>
              </a:ext>
            </a:extLst>
          </p:cNvPr>
          <p:cNvSpPr>
            <a:spLocks xmlns:a="http://schemas.openxmlformats.org/drawingml/2006/main" noGrp="1"/>
          </p:cNvSpPr>
          <p:nvPr/>
        </p:nvSpPr>
        <p:spPr>
          <a:xfrm xmlns:a="http://schemas.openxmlformats.org/drawingml/2006/main">
            <a:off x="685800" y="225742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The request must match its campaign ID and revision. The selected language and channel must belong to that campaign.</a:t>
            </a:r>
          </a:p>
        </p:txBody>
      </p:sp>
      <p:sp>
        <p:nvSpPr>
          <p:cNvPr id="5" name="text-4">
            <a:extLst xmlns:a="http://schemas.openxmlformats.org/drawingml/2006/main">
              <a:ext uri="{FF2B5EF4-FFF2-40B4-BE49-F238E27FC236}">
                <a16:creationId xmlns:a16="http://schemas.microsoft.com/office/drawing/2014/main" id="{AB8D7695-567E-41BD-94C1-9284FAA83D08}"/>
              </a:ext>
            </a:extLst>
          </p:cNvPr>
          <p:cNvSpPr>
            <a:spLocks xmlns:a="http://schemas.openxmlformats.org/drawingml/2006/main" noGrp="1"/>
          </p:cNvSpPr>
          <p:nvPr/>
        </p:nvSpPr>
        <p:spPr>
          <a:xfrm xmlns:a="http://schemas.openxmlformats.org/drawingml/2006/main">
            <a:off x="685800" y="39052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A43332"/>
                </a:solidFill>
                <a:latin typeface="Arial"/>
                <a:ea typeface="Arial"/>
                <a:cs typeface="Arial"/>
              </a:defRPr>
            </a:defPPr>
          </a:lstStyle>
          <a:p xmlns:a="http://schemas.openxmlformats.org/drawingml/2006/main">
            <a:pPr>
              <a:defRPr sz="2250" b="1">
                <a:solidFill>
                  <a:srgbClr val="A43332"/>
                </a:solidFill>
                <a:latin typeface="Arial"/>
                <a:ea typeface="Arial"/>
                <a:cs typeface="Arial"/>
              </a:defRPr>
            </a:pPr>
            <a:r>
              <a:rPr sz="2250" b="1">
                <a:solidFill>
                  <a:srgbClr val="A43332"/>
                </a:solidFill>
                <a:latin typeface="Arial"/>
                <a:ea typeface="Arial"/>
                <a:cs typeface="Arial"/>
              </a:rPr>
              <a:t>Direct calls face the same checks</a:t>
            </a:r>
          </a:p>
        </p:txBody>
      </p:sp>
      <p:sp>
        <p:nvSpPr>
          <p:cNvPr id="6" name="text-5">
            <a:extLst xmlns:a="http://schemas.openxmlformats.org/drawingml/2006/main">
              <a:ext uri="{FF2B5EF4-FFF2-40B4-BE49-F238E27FC236}">
                <a16:creationId xmlns:a16="http://schemas.microsoft.com/office/drawing/2014/main" id="{0164D061-3B78-4A4D-B6A2-2C71C59134CF}"/>
              </a:ext>
            </a:extLst>
          </p:cNvPr>
          <p:cNvSpPr>
            <a:spLocks xmlns:a="http://schemas.openxmlformats.org/drawingml/2006/main" noGrp="1"/>
          </p:cNvSpPr>
          <p:nvPr/>
        </p:nvSpPr>
        <p:spPr>
          <a:xfrm xmlns:a="http://schemas.openxmlformats.org/drawingml/2006/main">
            <a:off x="685800" y="4400550"/>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Client flags and constructed Python objects cannot supply their own approval, facts or policy overrides.</a:t>
            </a:r>
          </a:p>
        </p:txBody>
      </p:sp>
      <p:sp>
        <p:nvSpPr>
          <p:cNvPr id="7" name="text-6">
            <a:extLst xmlns:a="http://schemas.openxmlformats.org/drawingml/2006/main">
              <a:ext uri="{FF2B5EF4-FFF2-40B4-BE49-F238E27FC236}">
                <a16:creationId xmlns:a16="http://schemas.microsoft.com/office/drawing/2014/main" id="{6E22A0EF-BCC2-42F5-8276-34D6BB4F938B}"/>
              </a:ext>
            </a:extLst>
          </p:cNvPr>
          <p:cNvSpPr>
            <a:spLocks xmlns:a="http://schemas.openxmlformats.org/drawingml/2006/main" noGrp="1"/>
          </p:cNvSpPr>
          <p:nvPr/>
        </p:nvSpPr>
        <p:spPr>
          <a:xfrm xmlns:a="http://schemas.openxmlformats.org/drawingml/2006/main">
            <a:off x="685800" y="53054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A43332"/>
                </a:solidFill>
                <a:latin typeface="Arial"/>
                <a:ea typeface="Arial"/>
                <a:cs typeface="Arial"/>
              </a:defRPr>
            </a:defPPr>
          </a:lstStyle>
          <a:p xmlns:a="http://schemas.openxmlformats.org/drawingml/2006/main">
            <a:pPr>
              <a:defRPr sz="2100" b="0">
                <a:solidFill>
                  <a:srgbClr val="A43332"/>
                </a:solidFill>
                <a:latin typeface="Arial"/>
                <a:ea typeface="Arial"/>
                <a:cs typeface="Arial"/>
              </a:defRPr>
            </a:pPr>
            <a:r>
              <a:rPr sz="2100" b="0">
                <a:solidFill>
                  <a:srgbClr val="A43332"/>
                </a:solidFill>
                <a:latin typeface="Arial"/>
                <a:ea typeface="Arial"/>
                <a:cs typeface="Arial"/>
              </a:rPr>
              <a:t>Draft facts or a stale revision: request rejected</a:t>
            </a:r>
          </a:p>
        </p:txBody>
      </p:sp>
      <p:sp>
        <p:nvSpPr>
          <p:cNvPr id="8" name="text-7">
            <a:extLst xmlns:a="http://schemas.openxmlformats.org/drawingml/2006/main">
              <a:ext uri="{FF2B5EF4-FFF2-40B4-BE49-F238E27FC236}">
                <a16:creationId xmlns:a16="http://schemas.microsoft.com/office/drawing/2014/main" id="{E12E05CE-63F2-47D0-8A97-D5F97EFB9AAA}"/>
              </a:ext>
            </a:extLst>
          </p:cNvPr>
          <p:cNvSpPr>
            <a:spLocks xmlns:a="http://schemas.openxmlformats.org/drawingml/2006/main" noGrp="1"/>
          </p:cNvSpPr>
          <p:nvPr/>
        </p:nvSpPr>
        <p:spPr>
          <a:xfrm xmlns:a="http://schemas.openxmlformats.org/drawingml/2006/main">
            <a:off x="685800" y="5953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C2542C"/>
                </a:solidFill>
                <a:latin typeface="Arial"/>
                <a:ea typeface="Arial"/>
                <a:cs typeface="Arial"/>
              </a:defRPr>
            </a:defPPr>
          </a:lstStyle>
          <a:p xmlns:a="http://schemas.openxmlformats.org/drawingml/2006/main">
            <a:pPr>
              <a:defRPr sz="1650" b="0">
                <a:solidFill>
                  <a:srgbClr val="C2542C"/>
                </a:solidFill>
                <a:latin typeface="Arial"/>
                <a:ea typeface="Arial"/>
                <a:cs typeface="Arial"/>
              </a:defRPr>
            </a:pPr>
            <a:r>
              <a:rPr sz="1650" b="0">
                <a:solidFill>
                  <a:srgbClr val="C2542C"/>
                </a:solidFill>
                <a:latin typeface="Arial"/>
                <a:ea typeface="Arial"/>
                <a:cs typeface="Arial"/>
              </a:rPr>
              <a:t>G0 is a presentation label. Stored reports start at G01.</a:t>
            </a:r>
          </a:p>
        </p:txBody>
      </p:sp>
    </p:spTree>
    <p:extLst>
      <p:ext uri="{BB962C8B-B14F-4D97-AF65-F5344CB8AC3E}">
        <p14:creationId xmlns:p14="http://schemas.microsoft.com/office/powerpoint/2010/main" val="1916086330"/>
      </p:ext>
    </p:extLst>
  </p:cSld>
</p:sld>
</file>

<file path=ppt/slides/slide4.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1AACCCA-795D-490E-A11C-B91B99370701}"/>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G01  Numbers bind to amount, unit and role</a:t>
            </a:r>
          </a:p>
        </p:txBody>
      </p:sp>
      <p:sp>
        <p:nvSpPr>
          <p:cNvPr id="2" name="text-1">
            <a:extLst xmlns:a="http://schemas.openxmlformats.org/drawingml/2006/main">
              <a:ext uri="{FF2B5EF4-FFF2-40B4-BE49-F238E27FC236}">
                <a16:creationId xmlns:a16="http://schemas.microsoft.com/office/drawing/2014/main" id="{DA859985-BCE7-475F-BD5B-25F891509773}"/>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04</a:t>
            </a:r>
          </a:p>
        </p:txBody>
      </p:sp>
      <p:sp>
        <p:nvSpPr>
          <p:cNvPr id="3" name="text-2">
            <a:extLst xmlns:a="http://schemas.openxmlformats.org/drawingml/2006/main">
              <a:ext uri="{FF2B5EF4-FFF2-40B4-BE49-F238E27FC236}">
                <a16:creationId xmlns:a16="http://schemas.microsoft.com/office/drawing/2014/main" id="{6552A7EB-3F75-4199-B2A1-77A52AAAF252}"/>
              </a:ext>
            </a:extLst>
          </p:cNvPr>
          <p:cNvSpPr>
            <a:spLocks xmlns:a="http://schemas.openxmlformats.org/drawingml/2006/main" noGrp="1"/>
          </p:cNvSpPr>
          <p:nvPr/>
        </p:nvSpPr>
        <p:spPr>
          <a:xfrm xmlns:a="http://schemas.openxmlformats.org/drawingml/2006/main">
            <a:off x="685800" y="1714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A43332"/>
                </a:solidFill>
                <a:latin typeface="Arial"/>
                <a:ea typeface="Arial"/>
                <a:cs typeface="Arial"/>
              </a:defRPr>
            </a:defPPr>
          </a:lstStyle>
          <a:p xmlns:a="http://schemas.openxmlformats.org/drawingml/2006/main">
            <a:pPr>
              <a:defRPr sz="2250" b="1">
                <a:solidFill>
                  <a:srgbClr val="A43332"/>
                </a:solidFill>
                <a:latin typeface="Arial"/>
                <a:ea typeface="Arial"/>
                <a:cs typeface="Arial"/>
              </a:defRPr>
            </a:pPr>
            <a:r>
              <a:rPr sz="2250" b="1">
                <a:solidFill>
                  <a:srgbClr val="A43332"/>
                </a:solidFill>
                <a:latin typeface="Arial"/>
                <a:ea typeface="Arial"/>
                <a:cs typeface="Arial"/>
              </a:rPr>
              <a:t>A number needs the right fact provenance</a:t>
            </a:r>
          </a:p>
        </p:txBody>
      </p:sp>
      <p:sp>
        <p:nvSpPr>
          <p:cNvPr id="4" name="text-3">
            <a:extLst xmlns:a="http://schemas.openxmlformats.org/drawingml/2006/main">
              <a:ext uri="{FF2B5EF4-FFF2-40B4-BE49-F238E27FC236}">
                <a16:creationId xmlns:a16="http://schemas.microsoft.com/office/drawing/2014/main" id="{BF76D1A1-B2A5-48AF-83F0-B83FF057B872}"/>
              </a:ext>
            </a:extLst>
          </p:cNvPr>
          <p:cNvSpPr>
            <a:spLocks xmlns:a="http://schemas.openxmlformats.org/drawingml/2006/main" noGrp="1"/>
          </p:cNvSpPr>
          <p:nvPr/>
        </p:nvSpPr>
        <p:spPr>
          <a:xfrm xmlns:a="http://schemas.openxmlformats.org/drawingml/2006/main">
            <a:off x="685800" y="2209800"/>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A date containing 25 cannot authorize a 25% discount. A matching 20% literal still fails outside an approved OFFER slot.</a:t>
            </a:r>
          </a:p>
        </p:txBody>
      </p:sp>
      <p:sp>
        <p:nvSpPr>
          <p:cNvPr id="5" name="text-4">
            <a:extLst xmlns:a="http://schemas.openxmlformats.org/drawingml/2006/main">
              <a:ext uri="{FF2B5EF4-FFF2-40B4-BE49-F238E27FC236}">
                <a16:creationId xmlns:a16="http://schemas.microsoft.com/office/drawing/2014/main" id="{697FBBBB-95F0-422A-8C1F-7390CB1707E1}"/>
              </a:ext>
            </a:extLst>
          </p:cNvPr>
          <p:cNvSpPr>
            <a:spLocks xmlns:a="http://schemas.openxmlformats.org/drawingml/2006/main" noGrp="1"/>
          </p:cNvSpPr>
          <p:nvPr/>
        </p:nvSpPr>
        <p:spPr>
          <a:xfrm xmlns:a="http://schemas.openxmlformats.org/drawingml/2006/main">
            <a:off x="685800" y="31146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A43332"/>
                </a:solidFill>
                <a:latin typeface="Arial"/>
                <a:ea typeface="Arial"/>
                <a:cs typeface="Arial"/>
              </a:defRPr>
            </a:defPPr>
          </a:lstStyle>
          <a:p xmlns:a="http://schemas.openxmlformats.org/drawingml/2006/main">
            <a:pPr>
              <a:defRPr sz="2100" b="0">
                <a:solidFill>
                  <a:srgbClr val="A43332"/>
                </a:solidFill>
                <a:latin typeface="Arial"/>
                <a:ea typeface="Arial"/>
                <a:cs typeface="Arial"/>
              </a:defRPr>
            </a:pPr>
            <a:r>
              <a:rPr sz="2100" b="0">
                <a:solidFill>
                  <a:srgbClr val="A43332"/>
                </a:solidFill>
                <a:latin typeface="Arial"/>
                <a:ea typeface="Arial"/>
                <a:cs typeface="Arial"/>
              </a:rPr>
              <a:t>{{OFFER}}: PASS fragment     20% off / 25% off: BLOCKED</a:t>
            </a:r>
          </a:p>
        </p:txBody>
      </p:sp>
      <p:sp>
        <p:nvSpPr>
          <p:cNvPr id="6" name="text-5">
            <a:extLst xmlns:a="http://schemas.openxmlformats.org/drawingml/2006/main">
              <a:ext uri="{FF2B5EF4-FFF2-40B4-BE49-F238E27FC236}">
                <a16:creationId xmlns:a16="http://schemas.microsoft.com/office/drawing/2014/main" id="{43A295D2-2658-449C-93A6-D6416D0F842A}"/>
              </a:ext>
            </a:extLst>
          </p:cNvPr>
          <p:cNvSpPr>
            <a:spLocks xmlns:a="http://schemas.openxmlformats.org/drawingml/2006/main" noGrp="1"/>
          </p:cNvSpPr>
          <p:nvPr/>
        </p:nvSpPr>
        <p:spPr>
          <a:xfrm xmlns:a="http://schemas.openxmlformats.org/drawingml/2006/main">
            <a:off x="685800" y="395287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F35"/>
                </a:solidFill>
                <a:latin typeface="Arial"/>
                <a:ea typeface="Arial"/>
                <a:cs typeface="Arial"/>
              </a:defRPr>
            </a:defPPr>
          </a:lstStyle>
          <a:p xmlns:a="http://schemas.openxmlformats.org/drawingml/2006/main">
            <a:pPr>
              <a:defRPr sz="2250" b="1">
                <a:solidFill>
                  <a:srgbClr val="203F35"/>
                </a:solidFill>
                <a:latin typeface="Arial"/>
                <a:ea typeface="Arial"/>
                <a:cs typeface="Arial"/>
              </a:defRPr>
            </a:pPr>
            <a:r>
              <a:rPr sz="2250" b="1">
                <a:solidFill>
                  <a:srgbClr val="203F35"/>
                </a:solidFill>
                <a:latin typeface="Arial"/>
                <a:ea typeface="Arial"/>
                <a:cs typeface="Arial"/>
              </a:rPr>
              <a:t>Different spellings still need the same authority</a:t>
            </a:r>
          </a:p>
        </p:txBody>
      </p:sp>
      <p:sp>
        <p:nvSpPr>
          <p:cNvPr id="7" name="text-6">
            <a:extLst xmlns:a="http://schemas.openxmlformats.org/drawingml/2006/main">
              <a:ext uri="{FF2B5EF4-FFF2-40B4-BE49-F238E27FC236}">
                <a16:creationId xmlns:a16="http://schemas.microsoft.com/office/drawing/2014/main" id="{B6C838CF-0B0F-4596-827F-0FB1887180B5}"/>
              </a:ext>
            </a:extLst>
          </p:cNvPr>
          <p:cNvSpPr>
            <a:spLocks xmlns:a="http://schemas.openxmlformats.org/drawingml/2006/main" noGrp="1"/>
          </p:cNvSpPr>
          <p:nvPr/>
        </p:nvSpPr>
        <p:spPr>
          <a:xfrm xmlns:a="http://schemas.openxmlformats.org/drawingml/2006/main">
            <a:off x="685800" y="45434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03F35"/>
                </a:solidFill>
                <a:latin typeface="Noto Sans Kannada"/>
                <a:ea typeface="Noto Sans Kannada"/>
                <a:cs typeface="Noto Sans Kannada"/>
              </a:defRPr>
            </a:defPPr>
          </a:lstStyle>
          <a:p xmlns:a="http://schemas.openxmlformats.org/drawingml/2006/main">
            <a:pPr>
              <a:defRPr sz="2550" b="0">
                <a:solidFill>
                  <a:srgbClr val="203F35"/>
                </a:solidFill>
                <a:latin typeface="Noto Sans Kannada"/>
                <a:ea typeface="Noto Sans Kannada"/>
                <a:cs typeface="Noto Sans Kannada"/>
              </a:defRPr>
            </a:pPr>
            <a:r>
              <a:rPr sz="2550" b="0">
                <a:solidFill>
                  <a:srgbClr val="203F35"/>
                </a:solidFill>
                <a:latin typeface="Noto Sans Kannada"/>
                <a:ea typeface="Noto Sans Kannada"/>
                <a:cs typeface="Noto Sans Kannada"/>
              </a:rPr>
              <a:t>25%   ೨೫%   ಇಪ್ಪತ್ತೈದು ಶೇಕಡಾ</a:t>
            </a:r>
          </a:p>
        </p:txBody>
      </p:sp>
      <p:sp>
        <p:nvSpPr>
          <p:cNvPr id="8" name="text-7">
            <a:extLst xmlns:a="http://schemas.openxmlformats.org/drawingml/2006/main">
              <a:ext uri="{FF2B5EF4-FFF2-40B4-BE49-F238E27FC236}">
                <a16:creationId xmlns:a16="http://schemas.microsoft.com/office/drawing/2014/main" id="{EF7BDFA3-62CB-4BFE-88A4-7D98F7CCBED4}"/>
              </a:ext>
            </a:extLst>
          </p:cNvPr>
          <p:cNvSpPr>
            <a:spLocks xmlns:a="http://schemas.openxmlformats.org/drawingml/2006/main" noGrp="1"/>
          </p:cNvSpPr>
          <p:nvPr/>
        </p:nvSpPr>
        <p:spPr>
          <a:xfrm xmlns:a="http://schemas.openxmlformats.org/drawingml/2006/main">
            <a:off x="685800" y="542925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66B63"/>
                </a:solidFill>
                <a:latin typeface="Nirmala UI"/>
                <a:ea typeface="Nirmala UI"/>
                <a:cs typeface="Nirmala UI"/>
              </a:defRPr>
            </a:defPPr>
          </a:lstStyle>
          <a:p xmlns:a="http://schemas.openxmlformats.org/drawingml/2006/main">
            <a:pPr>
              <a:defRPr sz="2100" b="0">
                <a:solidFill>
                  <a:srgbClr val="566B63"/>
                </a:solidFill>
                <a:latin typeface="Nirmala UI"/>
                <a:ea typeface="Nirmala UI"/>
                <a:cs typeface="Nirmala UI"/>
              </a:defRPr>
            </a:pPr>
            <a:r>
              <a:rPr sz="2100" b="0">
                <a:solidFill>
                  <a:srgbClr val="566B63"/>
                </a:solidFill>
                <a:latin typeface="Nirmala UI"/>
                <a:ea typeface="Nirmala UI"/>
                <a:cs typeface="Nirmala UI"/>
              </a:rPr>
              <a:t>ippattaidu shekada   २५%   ٢٥%   half price   1/2 off</a:t>
            </a:r>
          </a:p>
        </p:txBody>
      </p:sp>
    </p:spTree>
    <p:extLst>
      <p:ext uri="{BB962C8B-B14F-4D97-AF65-F5344CB8AC3E}">
        <p14:creationId xmlns:p14="http://schemas.microsoft.com/office/powerpoint/2010/main" val="1571565737"/>
      </p:ext>
    </p:extLst>
  </p:cSld>
</p:sld>
</file>

<file path=ppt/slides/slide5.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57FC6CB9-ADB1-4F6C-A60D-ABE82B869972}"/>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G02 and G03  Dates and money</a:t>
            </a:r>
          </a:p>
        </p:txBody>
      </p:sp>
      <p:sp>
        <p:nvSpPr>
          <p:cNvPr id="2" name="text-1">
            <a:extLst xmlns:a="http://schemas.openxmlformats.org/drawingml/2006/main">
              <a:ext uri="{FF2B5EF4-FFF2-40B4-BE49-F238E27FC236}">
                <a16:creationId xmlns:a16="http://schemas.microsoft.com/office/drawing/2014/main" id="{7C539695-6EE6-424D-90E0-324EFA9B5C36}"/>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05</a:t>
            </a:r>
          </a:p>
        </p:txBody>
      </p:sp>
      <p:sp>
        <p:nvSpPr>
          <p:cNvPr id="3" name="text-2">
            <a:extLst xmlns:a="http://schemas.openxmlformats.org/drawingml/2006/main">
              <a:ext uri="{FF2B5EF4-FFF2-40B4-BE49-F238E27FC236}">
                <a16:creationId xmlns:a16="http://schemas.microsoft.com/office/drawing/2014/main" id="{D99FA476-B326-496B-B3A5-1E35AC147215}"/>
              </a:ext>
            </a:extLst>
          </p:cNvPr>
          <p:cNvSpPr>
            <a:spLocks xmlns:a="http://schemas.openxmlformats.org/drawingml/2006/main" noGrp="1"/>
          </p:cNvSpPr>
          <p:nvPr/>
        </p:nvSpPr>
        <p:spPr>
          <a:xfrm xmlns:a="http://schemas.openxmlformats.org/drawingml/2006/main">
            <a:off x="685800" y="16954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F35"/>
                </a:solidFill>
                <a:latin typeface="Arial"/>
                <a:ea typeface="Arial"/>
                <a:cs typeface="Arial"/>
              </a:defRPr>
            </a:defPPr>
          </a:lstStyle>
          <a:p xmlns:a="http://schemas.openxmlformats.org/drawingml/2006/main">
            <a:pPr>
              <a:defRPr sz="2250" b="1">
                <a:solidFill>
                  <a:srgbClr val="203F35"/>
                </a:solidFill>
                <a:latin typeface="Arial"/>
                <a:ea typeface="Arial"/>
                <a:cs typeface="Arial"/>
              </a:defRPr>
            </a:pPr>
            <a:r>
              <a:rPr sz="2250" b="1">
                <a:solidFill>
                  <a:srgbClr val="203F35"/>
                </a:solidFill>
                <a:latin typeface="Arial"/>
                <a:ea typeface="Arial"/>
                <a:cs typeface="Arial"/>
              </a:rPr>
              <a:t>G02  Dates and weekdays</a:t>
            </a:r>
          </a:p>
        </p:txBody>
      </p:sp>
      <p:sp>
        <p:nvSpPr>
          <p:cNvPr id="4" name="text-3">
            <a:extLst xmlns:a="http://schemas.openxmlformats.org/drawingml/2006/main">
              <a:ext uri="{FF2B5EF4-FFF2-40B4-BE49-F238E27FC236}">
                <a16:creationId xmlns:a16="http://schemas.microsoft.com/office/drawing/2014/main" id="{E938685A-55F0-4304-ABFD-3D9DD5651B54}"/>
              </a:ext>
            </a:extLst>
          </p:cNvPr>
          <p:cNvSpPr>
            <a:spLocks xmlns:a="http://schemas.openxmlformats.org/drawingml/2006/main" noGrp="1"/>
          </p:cNvSpPr>
          <p:nvPr/>
        </p:nvSpPr>
        <p:spPr>
          <a:xfrm xmlns:a="http://schemas.openxmlformats.org/drawingml/2006/main">
            <a:off x="685800" y="2190750"/>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Dates, days and relative timing must come from approved DATES or DAYS provenance.</a:t>
            </a:r>
          </a:p>
        </p:txBody>
      </p:sp>
      <p:sp>
        <p:nvSpPr>
          <p:cNvPr id="5" name="text-4">
            <a:extLst xmlns:a="http://schemas.openxmlformats.org/drawingml/2006/main">
              <a:ext uri="{FF2B5EF4-FFF2-40B4-BE49-F238E27FC236}">
                <a16:creationId xmlns:a16="http://schemas.microsoft.com/office/drawing/2014/main" id="{D27AD046-6F5F-408C-B744-6482CF670A0D}"/>
              </a:ext>
            </a:extLst>
          </p:cNvPr>
          <p:cNvSpPr>
            <a:spLocks xmlns:a="http://schemas.openxmlformats.org/drawingml/2006/main" noGrp="1"/>
          </p:cNvSpPr>
          <p:nvPr/>
        </p:nvSpPr>
        <p:spPr>
          <a:xfrm xmlns:a="http://schemas.openxmlformats.org/drawingml/2006/main">
            <a:off x="685800" y="30956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03F35"/>
                </a:solidFill>
                <a:latin typeface="Nirmala UI"/>
                <a:ea typeface="Nirmala UI"/>
                <a:cs typeface="Nirmala UI"/>
              </a:defRPr>
            </a:defPPr>
          </a:lstStyle>
          <a:p xmlns:a="http://schemas.openxmlformats.org/drawingml/2006/main">
            <a:pPr>
              <a:defRPr sz="2100" b="0">
                <a:solidFill>
                  <a:srgbClr val="203F35"/>
                </a:solidFill>
                <a:latin typeface="Nirmala UI"/>
                <a:ea typeface="Nirmala UI"/>
                <a:cs typeface="Nirmala UI"/>
              </a:defRPr>
            </a:pPr>
            <a:r>
              <a:rPr sz="2100" b="0">
                <a:solidFill>
                  <a:srgbClr val="203F35"/>
                </a:solidFill>
                <a:latin typeface="Nirmala UI"/>
                <a:ea typeface="Nirmala UI"/>
                <a:cs typeface="Nirmala UI"/>
              </a:rPr>
              <a:t>Monday / ಸೋಮವಾರ / Somavara / tomorrow</a:t>
            </a:r>
          </a:p>
        </p:txBody>
      </p:sp>
      <p:sp>
        <p:nvSpPr>
          <p:cNvPr id="6" name="text-5">
            <a:extLst xmlns:a="http://schemas.openxmlformats.org/drawingml/2006/main">
              <a:ext uri="{FF2B5EF4-FFF2-40B4-BE49-F238E27FC236}">
                <a16:creationId xmlns:a16="http://schemas.microsoft.com/office/drawing/2014/main" id="{66C873DC-7722-4BD9-A9AF-43AF855ED9D3}"/>
              </a:ext>
            </a:extLst>
          </p:cNvPr>
          <p:cNvSpPr>
            <a:spLocks xmlns:a="http://schemas.openxmlformats.org/drawingml/2006/main" noGrp="1"/>
          </p:cNvSpPr>
          <p:nvPr/>
        </p:nvSpPr>
        <p:spPr>
          <a:xfrm xmlns:a="http://schemas.openxmlformats.org/drawingml/2006/main">
            <a:off x="685800" y="4000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A43332"/>
                </a:solidFill>
                <a:latin typeface="Arial"/>
                <a:ea typeface="Arial"/>
                <a:cs typeface="Arial"/>
              </a:defRPr>
            </a:defPPr>
          </a:lstStyle>
          <a:p xmlns:a="http://schemas.openxmlformats.org/drawingml/2006/main">
            <a:pPr>
              <a:defRPr sz="2250" b="1">
                <a:solidFill>
                  <a:srgbClr val="A43332"/>
                </a:solidFill>
                <a:latin typeface="Arial"/>
                <a:ea typeface="Arial"/>
                <a:cs typeface="Arial"/>
              </a:defRPr>
            </a:pPr>
            <a:r>
              <a:rPr sz="2250" b="1">
                <a:solidFill>
                  <a:srgbClr val="A43332"/>
                </a:solidFill>
                <a:latin typeface="Arial"/>
                <a:ea typeface="Arial"/>
                <a:cs typeface="Arial"/>
              </a:rPr>
              <a:t>G03  Currency and amounts</a:t>
            </a:r>
          </a:p>
        </p:txBody>
      </p:sp>
      <p:sp>
        <p:nvSpPr>
          <p:cNvPr id="7" name="text-6">
            <a:extLst xmlns:a="http://schemas.openxmlformats.org/drawingml/2006/main">
              <a:ext uri="{FF2B5EF4-FFF2-40B4-BE49-F238E27FC236}">
                <a16:creationId xmlns:a16="http://schemas.microsoft.com/office/drawing/2014/main" id="{EE7B59A0-4D19-4CF7-81BB-D651EFCDCFCF}"/>
              </a:ext>
            </a:extLst>
          </p:cNvPr>
          <p:cNvSpPr>
            <a:spLocks xmlns:a="http://schemas.openxmlformats.org/drawingml/2006/main" noGrp="1"/>
          </p:cNvSpPr>
          <p:nvPr/>
        </p:nvSpPr>
        <p:spPr>
          <a:xfrm xmlns:a="http://schemas.openxmlformats.org/drawingml/2006/main">
            <a:off x="685800" y="4495800"/>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Currency claims need their own supported amount and fact role. A percentage offer does not authorize a cash discount.</a:t>
            </a:r>
          </a:p>
        </p:txBody>
      </p:sp>
      <p:sp>
        <p:nvSpPr>
          <p:cNvPr id="8" name="text-7">
            <a:extLst xmlns:a="http://schemas.openxmlformats.org/drawingml/2006/main">
              <a:ext uri="{FF2B5EF4-FFF2-40B4-BE49-F238E27FC236}">
                <a16:creationId xmlns:a16="http://schemas.microsoft.com/office/drawing/2014/main" id="{BBD8537C-DC3A-435D-A23D-8675ACD0182F}"/>
              </a:ext>
            </a:extLst>
          </p:cNvPr>
          <p:cNvSpPr>
            <a:spLocks xmlns:a="http://schemas.openxmlformats.org/drawingml/2006/main" noGrp="1"/>
          </p:cNvSpPr>
          <p:nvPr/>
        </p:nvSpPr>
        <p:spPr>
          <a:xfrm xmlns:a="http://schemas.openxmlformats.org/drawingml/2006/main">
            <a:off x="685800" y="54006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A43332"/>
                </a:solidFill>
                <a:latin typeface="Arial"/>
                <a:ea typeface="Arial"/>
                <a:cs typeface="Arial"/>
              </a:defRPr>
            </a:defPPr>
          </a:lstStyle>
          <a:p xmlns:a="http://schemas.openxmlformats.org/drawingml/2006/main">
            <a:pPr>
              <a:defRPr sz="2100" b="0">
                <a:solidFill>
                  <a:srgbClr val="A43332"/>
                </a:solidFill>
                <a:latin typeface="Arial"/>
                <a:ea typeface="Arial"/>
                <a:cs typeface="Arial"/>
              </a:defRPr>
            </a:pPr>
            <a:r>
              <a:rPr sz="2100" b="0">
                <a:solidFill>
                  <a:srgbClr val="A43332"/>
                </a:solidFill>
                <a:latin typeface="Arial"/>
                <a:ea typeface="Arial"/>
                <a:cs typeface="Arial"/>
              </a:rPr>
              <a:t>Flat Rs 50 off or $20 off: BLOCK when unsupported</a:t>
            </a:r>
          </a:p>
        </p:txBody>
      </p:sp>
    </p:spTree>
    <p:extLst>
      <p:ext uri="{BB962C8B-B14F-4D97-AF65-F5344CB8AC3E}">
        <p14:creationId xmlns:p14="http://schemas.microsoft.com/office/powerpoint/2010/main" val="511820129"/>
      </p:ext>
    </p:extLst>
  </p:cSld>
</p:sld>
</file>

<file path=ppt/slides/slide6.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DF5A313-B794-43EA-9F53-BFC30737C847}"/>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G04 and G05  Timing and completeness</a:t>
            </a:r>
          </a:p>
        </p:txBody>
      </p:sp>
      <p:sp>
        <p:nvSpPr>
          <p:cNvPr id="2" name="text-1">
            <a:extLst xmlns:a="http://schemas.openxmlformats.org/drawingml/2006/main">
              <a:ext uri="{FF2B5EF4-FFF2-40B4-BE49-F238E27FC236}">
                <a16:creationId xmlns:a16="http://schemas.microsoft.com/office/drawing/2014/main" id="{B2360C7C-A00F-4E71-B73D-9F2A5C3DB7C0}"/>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06</a:t>
            </a:r>
          </a:p>
        </p:txBody>
      </p:sp>
      <p:sp>
        <p:nvSpPr>
          <p:cNvPr id="3" name="text-2">
            <a:extLst xmlns:a="http://schemas.openxmlformats.org/drawingml/2006/main">
              <a:ext uri="{FF2B5EF4-FFF2-40B4-BE49-F238E27FC236}">
                <a16:creationId xmlns:a16="http://schemas.microsoft.com/office/drawing/2014/main" id="{B4F6A32E-5A15-4204-9136-29242C83AE99}"/>
              </a:ext>
            </a:extLst>
          </p:cNvPr>
          <p:cNvSpPr>
            <a:spLocks xmlns:a="http://schemas.openxmlformats.org/drawingml/2006/main" noGrp="1"/>
          </p:cNvSpPr>
          <p:nvPr/>
        </p:nvSpPr>
        <p:spPr>
          <a:xfrm xmlns:a="http://schemas.openxmlformats.org/drawingml/2006/main">
            <a:off x="685800" y="16383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F35"/>
                </a:solidFill>
                <a:latin typeface="Arial"/>
                <a:ea typeface="Arial"/>
                <a:cs typeface="Arial"/>
              </a:defRPr>
            </a:defPPr>
          </a:lstStyle>
          <a:p xmlns:a="http://schemas.openxmlformats.org/drawingml/2006/main">
            <a:pPr>
              <a:defRPr sz="2250" b="1">
                <a:solidFill>
                  <a:srgbClr val="203F35"/>
                </a:solidFill>
                <a:latin typeface="Arial"/>
                <a:ea typeface="Arial"/>
                <a:cs typeface="Arial"/>
              </a:defRPr>
            </a:pPr>
            <a:r>
              <a:rPr sz="2250" b="1">
                <a:solidFill>
                  <a:srgbClr val="203F35"/>
                </a:solidFill>
                <a:latin typeface="Arial"/>
                <a:ea typeface="Arial"/>
                <a:cs typeface="Arial"/>
              </a:rPr>
              <a:t>G04  Time windows</a:t>
            </a:r>
          </a:p>
        </p:txBody>
      </p:sp>
      <p:sp>
        <p:nvSpPr>
          <p:cNvPr id="4" name="text-3">
            <a:extLst xmlns:a="http://schemas.openxmlformats.org/drawingml/2006/main">
              <a:ext uri="{FF2B5EF4-FFF2-40B4-BE49-F238E27FC236}">
                <a16:creationId xmlns:a16="http://schemas.microsoft.com/office/drawing/2014/main" id="{C15B9A2F-E79B-44BB-B49A-3A3AC2693200}"/>
              </a:ext>
            </a:extLst>
          </p:cNvPr>
          <p:cNvSpPr>
            <a:spLocks xmlns:a="http://schemas.openxmlformats.org/drawingml/2006/main" noGrp="1"/>
          </p:cNvSpPr>
          <p:nvPr/>
        </p:nvSpPr>
        <p:spPr>
          <a:xfrm xmlns:a="http://schemas.openxmlformats.org/drawingml/2006/main">
            <a:off x="685800" y="2133600"/>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Time claims use approved TIME_WINDOW provenance. An unspecified window cannot become “9 PM” or “all day”.</a:t>
            </a:r>
          </a:p>
        </p:txBody>
      </p:sp>
      <p:sp>
        <p:nvSpPr>
          <p:cNvPr id="5" name="text-4">
            <a:extLst xmlns:a="http://schemas.openxmlformats.org/drawingml/2006/main">
              <a:ext uri="{FF2B5EF4-FFF2-40B4-BE49-F238E27FC236}">
                <a16:creationId xmlns:a16="http://schemas.microsoft.com/office/drawing/2014/main" id="{F1EC2505-75DD-4133-8AC7-CC26BC2A0D73}"/>
              </a:ext>
            </a:extLst>
          </p:cNvPr>
          <p:cNvSpPr>
            <a:spLocks xmlns:a="http://schemas.openxmlformats.org/drawingml/2006/main" noGrp="1"/>
          </p:cNvSpPr>
          <p:nvPr/>
        </p:nvSpPr>
        <p:spPr>
          <a:xfrm xmlns:a="http://schemas.openxmlformats.org/drawingml/2006/main">
            <a:off x="685800" y="36576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C2542C"/>
                </a:solidFill>
                <a:latin typeface="Arial"/>
                <a:ea typeface="Arial"/>
                <a:cs typeface="Arial"/>
              </a:defRPr>
            </a:defPPr>
          </a:lstStyle>
          <a:p xmlns:a="http://schemas.openxmlformats.org/drawingml/2006/main">
            <a:pPr>
              <a:defRPr sz="2250" b="1">
                <a:solidFill>
                  <a:srgbClr val="C2542C"/>
                </a:solidFill>
                <a:latin typeface="Arial"/>
                <a:ea typeface="Arial"/>
                <a:cs typeface="Arial"/>
              </a:defRPr>
            </a:pPr>
            <a:r>
              <a:rPr sz="2250" b="1">
                <a:solidFill>
                  <a:srgbClr val="C2542C"/>
                </a:solidFill>
                <a:latin typeface="Arial"/>
                <a:ea typeface="Arial"/>
                <a:cs typeface="Arial"/>
              </a:rPr>
              <a:t>G05  Complete channel assets</a:t>
            </a:r>
          </a:p>
        </p:txBody>
      </p:sp>
      <p:sp>
        <p:nvSpPr>
          <p:cNvPr id="6" name="text-5">
            <a:extLst xmlns:a="http://schemas.openxmlformats.org/drawingml/2006/main">
              <a:ext uri="{FF2B5EF4-FFF2-40B4-BE49-F238E27FC236}">
                <a16:creationId xmlns:a16="http://schemas.microsoft.com/office/drawing/2014/main" id="{99C997DF-6368-4743-A0EE-A9D775179550}"/>
              </a:ext>
            </a:extLst>
          </p:cNvPr>
          <p:cNvSpPr>
            <a:spLocks xmlns:a="http://schemas.openxmlformats.org/drawingml/2006/main" noGrp="1"/>
          </p:cNvSpPr>
          <p:nvPr/>
        </p:nvSpPr>
        <p:spPr>
          <a:xfrm xmlns:a="http://schemas.openxmlformats.org/drawingml/2006/main">
            <a:off x="685800" y="4152900"/>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Final assets visibly include café, location, offer, product, dates, days and every specified condition. Required channel fields must be present.</a:t>
            </a:r>
          </a:p>
        </p:txBody>
      </p:sp>
      <p:sp>
        <p:nvSpPr>
          <p:cNvPr id="7" name="text-6">
            <a:extLst xmlns:a="http://schemas.openxmlformats.org/drawingml/2006/main">
              <a:ext uri="{FF2B5EF4-FFF2-40B4-BE49-F238E27FC236}">
                <a16:creationId xmlns:a16="http://schemas.microsoft.com/office/drawing/2014/main" id="{935CBE95-9156-4266-B8C6-4D12C7711B01}"/>
              </a:ext>
            </a:extLst>
          </p:cNvPr>
          <p:cNvSpPr>
            <a:spLocks xmlns:a="http://schemas.openxmlformats.org/drawingml/2006/main" noGrp="1"/>
          </p:cNvSpPr>
          <p:nvPr/>
        </p:nvSpPr>
        <p:spPr>
          <a:xfrm xmlns:a="http://schemas.openxmlformats.org/drawingml/2006/main">
            <a:off x="685800" y="50577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C2542C"/>
                </a:solidFill>
                <a:latin typeface="Arial"/>
                <a:ea typeface="Arial"/>
                <a:cs typeface="Arial"/>
              </a:defRPr>
            </a:defPPr>
          </a:lstStyle>
          <a:p xmlns:a="http://schemas.openxmlformats.org/drawingml/2006/main">
            <a:pPr>
              <a:defRPr sz="2100" b="0">
                <a:solidFill>
                  <a:srgbClr val="C2542C"/>
                </a:solidFill>
                <a:latin typeface="Arial"/>
                <a:ea typeface="Arial"/>
                <a:cs typeface="Arial"/>
              </a:defRPr>
            </a:pPr>
            <a:r>
              <a:rPr sz="2100" b="0">
                <a:solidFill>
                  <a:srgbClr val="C2542C"/>
                </a:solidFill>
                <a:latin typeface="Arial"/>
                <a:ea typeface="Arial"/>
                <a:cs typeface="Arial"/>
              </a:rPr>
              <a:t>A short valid fragment skips completeness. It cannot approve an asset.</a:t>
            </a:r>
          </a:p>
        </p:txBody>
      </p:sp>
    </p:spTree>
    <p:extLst>
      <p:ext uri="{BB962C8B-B14F-4D97-AF65-F5344CB8AC3E}">
        <p14:creationId xmlns:p14="http://schemas.microsoft.com/office/powerpoint/2010/main" val="1019486719"/>
      </p:ext>
    </p:extLst>
  </p:cSld>
</p:sld>
</file>

<file path=ppt/slides/slide7.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BABB154B-01E5-4EBC-93FE-6AFED038BFCF}"/>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G06  Approved forms and exact provenance</a:t>
            </a:r>
          </a:p>
        </p:txBody>
      </p:sp>
      <p:sp>
        <p:nvSpPr>
          <p:cNvPr id="2" name="text-1">
            <a:extLst xmlns:a="http://schemas.openxmlformats.org/drawingml/2006/main">
              <a:ext uri="{FF2B5EF4-FFF2-40B4-BE49-F238E27FC236}">
                <a16:creationId xmlns:a16="http://schemas.microsoft.com/office/drawing/2014/main" id="{524B6EF5-5A73-4751-8825-F442210D4230}"/>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07</a:t>
            </a:r>
          </a:p>
        </p:txBody>
      </p:sp>
      <p:sp>
        <p:nvSpPr>
          <p:cNvPr id="3" name="text-2">
            <a:extLst xmlns:a="http://schemas.openxmlformats.org/drawingml/2006/main">
              <a:ext uri="{FF2B5EF4-FFF2-40B4-BE49-F238E27FC236}">
                <a16:creationId xmlns:a16="http://schemas.microsoft.com/office/drawing/2014/main" id="{ECF3EE79-A96A-4913-9C8B-B7534D4B2C65}"/>
              </a:ext>
            </a:extLst>
          </p:cNvPr>
          <p:cNvSpPr>
            <a:spLocks xmlns:a="http://schemas.openxmlformats.org/drawingml/2006/main" noGrp="1"/>
          </p:cNvSpPr>
          <p:nvPr/>
        </p:nvSpPr>
        <p:spPr>
          <a:xfrm xmlns:a="http://schemas.openxmlformats.org/drawingml/2006/main">
            <a:off x="685800" y="174307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66B63"/>
                </a:solidFill>
                <a:latin typeface="Arial"/>
                <a:ea typeface="Arial"/>
                <a:cs typeface="Arial"/>
              </a:defRPr>
            </a:defPPr>
          </a:lstStyle>
          <a:p xmlns:a="http://schemas.openxmlformats.org/drawingml/2006/main">
            <a:pPr>
              <a:defRPr sz="1950" b="0">
                <a:solidFill>
                  <a:srgbClr val="566B63"/>
                </a:solidFill>
                <a:latin typeface="Arial"/>
                <a:ea typeface="Arial"/>
                <a:cs typeface="Arial"/>
              </a:defRPr>
            </a:pPr>
            <a:r>
              <a:rPr sz="1950" b="0">
                <a:solidFill>
                  <a:srgbClr val="566B63"/>
                </a:solidFill>
                <a:latin typeface="Arial"/>
                <a:ea typeface="Arial"/>
                <a:cs typeface="Arial"/>
              </a:rPr>
              <a:t>Template</a:t>
            </a:r>
          </a:p>
        </p:txBody>
      </p:sp>
      <p:sp>
        <p:nvSpPr>
          <p:cNvPr id="4" name="text-3">
            <a:extLst xmlns:a="http://schemas.openxmlformats.org/drawingml/2006/main">
              <a:ext uri="{FF2B5EF4-FFF2-40B4-BE49-F238E27FC236}">
                <a16:creationId xmlns:a16="http://schemas.microsoft.com/office/drawing/2014/main" id="{CFCBB302-A25D-4EC3-B7F6-88AFD37F3C0A}"/>
              </a:ext>
            </a:extLst>
          </p:cNvPr>
          <p:cNvSpPr>
            <a:spLocks xmlns:a="http://schemas.openxmlformats.org/drawingml/2006/main" noGrp="1"/>
          </p:cNvSpPr>
          <p:nvPr/>
        </p:nvSpPr>
        <p:spPr>
          <a:xfrm xmlns:a="http://schemas.openxmlformats.org/drawingml/2006/main">
            <a:off x="685800" y="2247900"/>
            <a:ext cx="619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203F35"/>
                </a:solidFill>
                <a:latin typeface="Arial"/>
                <a:ea typeface="Arial"/>
                <a:cs typeface="Arial"/>
              </a:defRPr>
            </a:defPPr>
          </a:lstStyle>
          <a:p xmlns:a="http://schemas.openxmlformats.org/drawingml/2006/main">
            <a:pPr>
              <a:defRPr sz="3150" b="1">
                <a:solidFill>
                  <a:srgbClr val="203F35"/>
                </a:solidFill>
                <a:latin typeface="Arial"/>
                <a:ea typeface="Arial"/>
                <a:cs typeface="Arial"/>
              </a:defRPr>
            </a:pPr>
            <a:r>
              <a:rPr sz="3150" b="1">
                <a:solidFill>
                  <a:srgbClr val="203F35"/>
                </a:solidFill>
                <a:latin typeface="Arial"/>
                <a:ea typeface="Arial"/>
                <a:cs typeface="Arial"/>
              </a:rPr>
              <a:t>{{OFFER}}</a:t>
            </a:r>
          </a:p>
        </p:txBody>
      </p:sp>
      <p:sp>
        <p:nvSpPr>
          <p:cNvPr id="5" name="text-4">
            <a:extLst xmlns:a="http://schemas.openxmlformats.org/drawingml/2006/main">
              <a:ext uri="{FF2B5EF4-FFF2-40B4-BE49-F238E27FC236}">
                <a16:creationId xmlns:a16="http://schemas.microsoft.com/office/drawing/2014/main" id="{71A1CCDE-626F-44F0-B51D-99B23F768EBA}"/>
              </a:ext>
            </a:extLst>
          </p:cNvPr>
          <p:cNvSpPr>
            <a:spLocks xmlns:a="http://schemas.openxmlformats.org/drawingml/2006/main" noGrp="1"/>
          </p:cNvSpPr>
          <p:nvPr/>
        </p:nvSpPr>
        <p:spPr>
          <a:xfrm xmlns:a="http://schemas.openxmlformats.org/drawingml/2006/main">
            <a:off x="685800" y="30956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66B63"/>
                </a:solidFill>
                <a:latin typeface="Arial"/>
                <a:ea typeface="Arial"/>
                <a:cs typeface="Arial"/>
              </a:defRPr>
            </a:defPPr>
          </a:lstStyle>
          <a:p xmlns:a="http://schemas.openxmlformats.org/drawingml/2006/main">
            <a:pPr>
              <a:defRPr sz="1950" b="0">
                <a:solidFill>
                  <a:srgbClr val="566B63"/>
                </a:solidFill>
                <a:latin typeface="Arial"/>
                <a:ea typeface="Arial"/>
                <a:cs typeface="Arial"/>
              </a:defRPr>
            </a:pPr>
            <a:r>
              <a:rPr sz="1950" b="0">
                <a:solidFill>
                  <a:srgbClr val="566B63"/>
                </a:solidFill>
                <a:latin typeface="Arial"/>
                <a:ea typeface="Arial"/>
                <a:cs typeface="Arial"/>
              </a:rPr>
              <a:t>Approved display in this hypothetical fixture</a:t>
            </a:r>
          </a:p>
        </p:txBody>
      </p:sp>
      <p:sp>
        <p:nvSpPr>
          <p:cNvPr id="6" name="text-5">
            <a:extLst xmlns:a="http://schemas.openxmlformats.org/drawingml/2006/main">
              <a:ext uri="{FF2B5EF4-FFF2-40B4-BE49-F238E27FC236}">
                <a16:creationId xmlns:a16="http://schemas.microsoft.com/office/drawing/2014/main" id="{8B88113D-C32A-4123-A8F0-0835EAFD7D5F}"/>
              </a:ext>
            </a:extLst>
          </p:cNvPr>
          <p:cNvSpPr>
            <a:spLocks xmlns:a="http://schemas.openxmlformats.org/drawingml/2006/main" noGrp="1"/>
          </p:cNvSpPr>
          <p:nvPr/>
        </p:nvSpPr>
        <p:spPr>
          <a:xfrm xmlns:a="http://schemas.openxmlformats.org/drawingml/2006/main">
            <a:off x="685800" y="360045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47354"/>
                </a:solidFill>
                <a:latin typeface="Arial"/>
                <a:ea typeface="Arial"/>
                <a:cs typeface="Arial"/>
              </a:defRPr>
            </a:defPPr>
          </a:lstStyle>
          <a:p xmlns:a="http://schemas.openxmlformats.org/drawingml/2006/main">
            <a:pPr>
              <a:defRPr sz="3450" b="1">
                <a:solidFill>
                  <a:srgbClr val="247354"/>
                </a:solidFill>
                <a:latin typeface="Arial"/>
                <a:ea typeface="Arial"/>
                <a:cs typeface="Arial"/>
              </a:defRPr>
            </a:pPr>
            <a:r>
              <a:rPr sz="3450" b="1">
                <a:solidFill>
                  <a:srgbClr val="247354"/>
                </a:solidFill>
                <a:latin typeface="Arial"/>
                <a:ea typeface="Arial"/>
                <a:cs typeface="Arial"/>
              </a:rPr>
              <a:t>20% off</a:t>
            </a:r>
          </a:p>
        </p:txBody>
      </p:sp>
      <p:sp>
        <p:nvSpPr>
          <p:cNvPr id="7" name="text-6">
            <a:extLst xmlns:a="http://schemas.openxmlformats.org/drawingml/2006/main">
              <a:ext uri="{FF2B5EF4-FFF2-40B4-BE49-F238E27FC236}">
                <a16:creationId xmlns:a16="http://schemas.microsoft.com/office/drawing/2014/main" id="{6245CEDD-5F91-42C0-BE57-71E2D814B00F}"/>
              </a:ext>
            </a:extLst>
          </p:cNvPr>
          <p:cNvSpPr>
            <a:spLocks xmlns:a="http://schemas.openxmlformats.org/drawingml/2006/main" noGrp="1"/>
          </p:cNvSpPr>
          <p:nvPr/>
        </p:nvSpPr>
        <p:spPr>
          <a:xfrm xmlns:a="http://schemas.openxmlformats.org/drawingml/2006/main">
            <a:off x="685800" y="45339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F35"/>
                </a:solidFill>
                <a:latin typeface="Arial"/>
                <a:ea typeface="Arial"/>
                <a:cs typeface="Arial"/>
              </a:defRPr>
            </a:defPPr>
          </a:lstStyle>
          <a:p xmlns:a="http://schemas.openxmlformats.org/drawingml/2006/main">
            <a:pPr>
              <a:defRPr sz="2250" b="1">
                <a:solidFill>
                  <a:srgbClr val="203F35"/>
                </a:solidFill>
                <a:latin typeface="Arial"/>
                <a:ea typeface="Arial"/>
                <a:cs typeface="Arial"/>
              </a:defRPr>
            </a:pPr>
            <a:r>
              <a:rPr sz="2250" b="1">
                <a:solidFill>
                  <a:srgbClr val="203F35"/>
                </a:solidFill>
                <a:latin typeface="Arial"/>
                <a:ea typeface="Arial"/>
                <a:cs typeface="Arial"/>
              </a:rPr>
              <a:t>Stored evidence</a:t>
            </a:r>
          </a:p>
        </p:txBody>
      </p:sp>
      <p:sp>
        <p:nvSpPr>
          <p:cNvPr id="8" name="text-7">
            <a:extLst xmlns:a="http://schemas.openxmlformats.org/drawingml/2006/main">
              <a:ext uri="{FF2B5EF4-FFF2-40B4-BE49-F238E27FC236}">
                <a16:creationId xmlns:a16="http://schemas.microsoft.com/office/drawing/2014/main" id="{E436409B-7F88-4814-AE9E-7BA4013B9262}"/>
              </a:ext>
            </a:extLst>
          </p:cNvPr>
          <p:cNvSpPr>
            <a:spLocks xmlns:a="http://schemas.openxmlformats.org/drawingml/2006/main" noGrp="1"/>
          </p:cNvSpPr>
          <p:nvPr/>
        </p:nvSpPr>
        <p:spPr>
          <a:xfrm xmlns:a="http://schemas.openxmlformats.org/drawingml/2006/main">
            <a:off x="685800" y="51054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66B63"/>
                </a:solidFill>
                <a:latin typeface="Arial"/>
                <a:ea typeface="Arial"/>
                <a:cs typeface="Arial"/>
              </a:defRPr>
            </a:defPPr>
          </a:lstStyle>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OFFER  /  version 1  /  en  /  nom  /  owner-1  /  span [0, 7)</a:t>
            </a:r>
          </a:p>
        </p:txBody>
      </p:sp>
      <p:sp>
        <p:nvSpPr>
          <p:cNvPr id="9" name="text-8">
            <a:extLst xmlns:a="http://schemas.openxmlformats.org/drawingml/2006/main">
              <a:ext uri="{FF2B5EF4-FFF2-40B4-BE49-F238E27FC236}">
                <a16:creationId xmlns:a16="http://schemas.microsoft.com/office/drawing/2014/main" id="{650DA97D-DA24-47A9-B81A-FD9BA51D3155}"/>
              </a:ext>
            </a:extLst>
          </p:cNvPr>
          <p:cNvSpPr>
            <a:spLocks xmlns:a="http://schemas.openxmlformats.org/drawingml/2006/main" noGrp="1"/>
          </p:cNvSpPr>
          <p:nvPr/>
        </p:nvSpPr>
        <p:spPr>
          <a:xfrm xmlns:a="http://schemas.openxmlformats.org/drawingml/2006/main">
            <a:off x="685800" y="5962650"/>
            <a:ext cx="10382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A43332"/>
                </a:solidFill>
                <a:latin typeface="Arial"/>
                <a:ea typeface="Arial"/>
                <a:cs typeface="Arial"/>
              </a:defRPr>
            </a:defPPr>
          </a:lstStyle>
          <a:p xmlns:a="http://schemas.openxmlformats.org/drawingml/2006/main">
            <a:pPr>
              <a:defRPr sz="1725" b="0">
                <a:solidFill>
                  <a:srgbClr val="A43332"/>
                </a:solidFill>
                <a:latin typeface="Arial"/>
                <a:ea typeface="Arial"/>
                <a:cs typeface="Arial"/>
              </a:defRPr>
            </a:pPr>
            <a:r>
              <a:rPr sz="1725" b="0">
                <a:solidFill>
                  <a:srgbClr val="A43332"/>
                </a:solidFill>
                <a:latin typeface="Arial"/>
                <a:ea typeface="Arial"/>
                <a:cs typeface="Arial"/>
              </a:rPr>
              <a:t>Tampered display or an unapproved affix blocks G06.</a:t>
            </a:r>
          </a:p>
        </p:txBody>
      </p:sp>
    </p:spTree>
    <p:extLst>
      <p:ext uri="{BB962C8B-B14F-4D97-AF65-F5344CB8AC3E}">
        <p14:creationId xmlns:p14="http://schemas.microsoft.com/office/powerpoint/2010/main" val="669664779"/>
      </p:ext>
    </p:extLst>
  </p:cSld>
</p:sld>
</file>

<file path=ppt/slides/slide8.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BFE3A5B-A5E0-4B53-9144-CF3E7F5434EB}"/>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G07 and G08  Facts and promises</a:t>
            </a:r>
          </a:p>
        </p:txBody>
      </p:sp>
      <p:sp>
        <p:nvSpPr>
          <p:cNvPr id="2" name="text-1">
            <a:extLst xmlns:a="http://schemas.openxmlformats.org/drawingml/2006/main">
              <a:ext uri="{FF2B5EF4-FFF2-40B4-BE49-F238E27FC236}">
                <a16:creationId xmlns:a16="http://schemas.microsoft.com/office/drawing/2014/main" id="{A3346E09-4A61-472F-92D0-A04E83F604B6}"/>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08</a:t>
            </a:r>
          </a:p>
        </p:txBody>
      </p:sp>
      <p:sp>
        <p:nvSpPr>
          <p:cNvPr id="3" name="text-2">
            <a:extLst xmlns:a="http://schemas.openxmlformats.org/drawingml/2006/main">
              <a:ext uri="{FF2B5EF4-FFF2-40B4-BE49-F238E27FC236}">
                <a16:creationId xmlns:a16="http://schemas.microsoft.com/office/drawing/2014/main" id="{F3EF5718-B905-414F-8D6F-86E04F806E52}"/>
              </a:ext>
            </a:extLst>
          </p:cNvPr>
          <p:cNvSpPr>
            <a:spLocks xmlns:a="http://schemas.openxmlformats.org/drawingml/2006/main" noGrp="1"/>
          </p:cNvSpPr>
          <p:nvPr/>
        </p:nvSpPr>
        <p:spPr>
          <a:xfrm xmlns:a="http://schemas.openxmlformats.org/drawingml/2006/main">
            <a:off x="685800" y="16668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A43332"/>
                </a:solidFill>
                <a:latin typeface="Arial"/>
                <a:ea typeface="Arial"/>
                <a:cs typeface="Arial"/>
              </a:defRPr>
            </a:defPPr>
          </a:lstStyle>
          <a:p xmlns:a="http://schemas.openxmlformats.org/drawingml/2006/main">
            <a:pPr>
              <a:defRPr sz="2250" b="1">
                <a:solidFill>
                  <a:srgbClr val="A43332"/>
                </a:solidFill>
                <a:latin typeface="Arial"/>
                <a:ea typeface="Arial"/>
                <a:cs typeface="Arial"/>
              </a:defRPr>
            </a:pPr>
            <a:r>
              <a:rPr sz="2250" b="1">
                <a:solidFill>
                  <a:srgbClr val="A43332"/>
                </a:solidFill>
                <a:latin typeface="Arial"/>
                <a:ea typeface="Arial"/>
                <a:cs typeface="Arial"/>
              </a:rPr>
              <a:t>G07  Factual literals outside slots</a:t>
            </a:r>
          </a:p>
        </p:txBody>
      </p:sp>
      <p:sp>
        <p:nvSpPr>
          <p:cNvPr id="4" name="text-3">
            <a:extLst xmlns:a="http://schemas.openxmlformats.org/drawingml/2006/main">
              <a:ext uri="{FF2B5EF4-FFF2-40B4-BE49-F238E27FC236}">
                <a16:creationId xmlns:a16="http://schemas.microsoft.com/office/drawing/2014/main" id="{C594BD98-31A4-4E50-8BE2-83579550DFAB}"/>
              </a:ext>
            </a:extLst>
          </p:cNvPr>
          <p:cNvSpPr>
            <a:spLocks xmlns:a="http://schemas.openxmlformats.org/drawingml/2006/main" noGrp="1"/>
          </p:cNvSpPr>
          <p:nvPr/>
        </p:nvSpPr>
        <p:spPr>
          <a:xfrm xmlns:a="http://schemas.openxmlformats.org/drawingml/2006/main">
            <a:off x="685800" y="216217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The template must express facts through authoritative slots. Hidden hashtags, CTA and alt text also receive checks.</a:t>
            </a:r>
          </a:p>
        </p:txBody>
      </p:sp>
      <p:sp>
        <p:nvSpPr>
          <p:cNvPr id="5" name="text-4">
            <a:extLst xmlns:a="http://schemas.openxmlformats.org/drawingml/2006/main">
              <a:ext uri="{FF2B5EF4-FFF2-40B4-BE49-F238E27FC236}">
                <a16:creationId xmlns:a16="http://schemas.microsoft.com/office/drawing/2014/main" id="{EF55678F-47C0-4FD7-ADB3-4750E55FA706}"/>
              </a:ext>
            </a:extLst>
          </p:cNvPr>
          <p:cNvSpPr>
            <a:spLocks xmlns:a="http://schemas.openxmlformats.org/drawingml/2006/main" noGrp="1"/>
          </p:cNvSpPr>
          <p:nvPr/>
        </p:nvSpPr>
        <p:spPr>
          <a:xfrm xmlns:a="http://schemas.openxmlformats.org/drawingml/2006/main">
            <a:off x="685800" y="30670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A43332"/>
                </a:solidFill>
                <a:latin typeface="Arial"/>
                <a:ea typeface="Arial"/>
                <a:cs typeface="Arial"/>
              </a:defRPr>
            </a:defPPr>
          </a:lstStyle>
          <a:p xmlns:a="http://schemas.openxmlformats.org/drawingml/2006/main">
            <a:pPr>
              <a:defRPr sz="2100" b="0">
                <a:solidFill>
                  <a:srgbClr val="A43332"/>
                </a:solidFill>
                <a:latin typeface="Arial"/>
                <a:ea typeface="Arial"/>
                <a:cs typeface="Arial"/>
              </a:defRPr>
            </a:pPr>
            <a:r>
              <a:rPr sz="2100" b="0">
                <a:solidFill>
                  <a:srgbClr val="A43332"/>
                </a:solidFill>
                <a:latin typeface="Arial"/>
                <a:ea typeface="Arial"/>
                <a:cs typeface="Arial"/>
              </a:rPr>
              <a:t>20% off outside {{OFFER}}: G01 + G07</a:t>
            </a:r>
          </a:p>
        </p:txBody>
      </p:sp>
      <p:sp>
        <p:nvSpPr>
          <p:cNvPr id="6" name="text-5">
            <a:extLst xmlns:a="http://schemas.openxmlformats.org/drawingml/2006/main">
              <a:ext uri="{FF2B5EF4-FFF2-40B4-BE49-F238E27FC236}">
                <a16:creationId xmlns:a16="http://schemas.microsoft.com/office/drawing/2014/main" id="{FC16C350-362A-4BBB-A43A-C063E16FB052}"/>
              </a:ext>
            </a:extLst>
          </p:cNvPr>
          <p:cNvSpPr>
            <a:spLocks xmlns:a="http://schemas.openxmlformats.org/drawingml/2006/main" noGrp="1"/>
          </p:cNvSpPr>
          <p:nvPr/>
        </p:nvSpPr>
        <p:spPr>
          <a:xfrm xmlns:a="http://schemas.openxmlformats.org/drawingml/2006/main">
            <a:off x="685800" y="39909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A43332"/>
                </a:solidFill>
                <a:latin typeface="Arial"/>
                <a:ea typeface="Arial"/>
                <a:cs typeface="Arial"/>
              </a:defRPr>
            </a:defPPr>
          </a:lstStyle>
          <a:p xmlns:a="http://schemas.openxmlformats.org/drawingml/2006/main">
            <a:pPr>
              <a:defRPr sz="2250" b="1">
                <a:solidFill>
                  <a:srgbClr val="A43332"/>
                </a:solidFill>
                <a:latin typeface="Arial"/>
                <a:ea typeface="Arial"/>
                <a:cs typeface="Arial"/>
              </a:defRPr>
            </a:pPr>
            <a:r>
              <a:rPr sz="2250" b="1">
                <a:solidFill>
                  <a:srgbClr val="A43332"/>
                </a:solidFill>
                <a:latin typeface="Arial"/>
                <a:ea typeface="Arial"/>
                <a:cs typeface="Arial"/>
              </a:rPr>
              <a:t>G08  Unsupported claims and hostile wrappers</a:t>
            </a:r>
          </a:p>
        </p:txBody>
      </p:sp>
      <p:sp>
        <p:nvSpPr>
          <p:cNvPr id="7" name="text-6">
            <a:extLst xmlns:a="http://schemas.openxmlformats.org/drawingml/2006/main">
              <a:ext uri="{FF2B5EF4-FFF2-40B4-BE49-F238E27FC236}">
                <a16:creationId xmlns:a16="http://schemas.microsoft.com/office/drawing/2014/main" id="{EDD029EE-8F27-48DB-9F32-3281EFBF1293}"/>
              </a:ext>
            </a:extLst>
          </p:cNvPr>
          <p:cNvSpPr>
            <a:spLocks xmlns:a="http://schemas.openxmlformats.org/drawingml/2006/main" noGrp="1"/>
          </p:cNvSpPr>
          <p:nvPr/>
        </p:nvSpPr>
        <p:spPr>
          <a:xfrm xmlns:a="http://schemas.openxmlformats.org/drawingml/2006/main">
            <a:off x="685800" y="448627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Free cake, best coffee, altered products or locations, and instructions to ignore rules cannot create new approved promises.</a:t>
            </a:r>
          </a:p>
        </p:txBody>
      </p:sp>
      <p:sp>
        <p:nvSpPr>
          <p:cNvPr id="8" name="text-7">
            <a:extLst xmlns:a="http://schemas.openxmlformats.org/drawingml/2006/main">
              <a:ext uri="{FF2B5EF4-FFF2-40B4-BE49-F238E27FC236}">
                <a16:creationId xmlns:a16="http://schemas.microsoft.com/office/drawing/2014/main" id="{2F5219C6-67F0-4439-9375-1F33A5D0AB55}"/>
              </a:ext>
            </a:extLst>
          </p:cNvPr>
          <p:cNvSpPr>
            <a:spLocks xmlns:a="http://schemas.openxmlformats.org/drawingml/2006/main" noGrp="1"/>
          </p:cNvSpPr>
          <p:nvPr/>
        </p:nvSpPr>
        <p:spPr>
          <a:xfrm xmlns:a="http://schemas.openxmlformats.org/drawingml/2006/main">
            <a:off x="685800" y="53911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A43332"/>
                </a:solidFill>
                <a:latin typeface="Arial"/>
                <a:ea typeface="Arial"/>
                <a:cs typeface="Arial"/>
              </a:defRPr>
            </a:defPPr>
          </a:lstStyle>
          <a:p xmlns:a="http://schemas.openxmlformats.org/drawingml/2006/main">
            <a:pPr>
              <a:defRPr sz="2100" b="0">
                <a:solidFill>
                  <a:srgbClr val="A43332"/>
                </a:solidFill>
                <a:latin typeface="Arial"/>
                <a:ea typeface="Arial"/>
                <a:cs typeface="Arial"/>
              </a:defRPr>
            </a:pPr>
            <a:r>
              <a:rPr sz="2100" b="0">
                <a:solidFill>
                  <a:srgbClr val="A43332"/>
                </a:solidFill>
                <a:latin typeface="Arial"/>
                <a:ea typeface="Arial"/>
                <a:cs typeface="Arial"/>
              </a:rPr>
              <a:t>not {{OFFER}}: G07 + G08</a:t>
            </a:r>
          </a:p>
        </p:txBody>
      </p:sp>
    </p:spTree>
    <p:extLst>
      <p:ext uri="{BB962C8B-B14F-4D97-AF65-F5344CB8AC3E}">
        <p14:creationId xmlns:p14="http://schemas.microsoft.com/office/powerpoint/2010/main" val="141631014"/>
      </p:ext>
    </p:extLst>
  </p:cSld>
</p:sld>
</file>

<file path=ppt/slides/slide9.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B37EBB6-1787-47DC-8965-2211E3973D1A}"/>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G09 and G10  Conditions and brand</a:t>
            </a:r>
          </a:p>
        </p:txBody>
      </p:sp>
      <p:sp>
        <p:nvSpPr>
          <p:cNvPr id="2" name="text-1">
            <a:extLst xmlns:a="http://schemas.openxmlformats.org/drawingml/2006/main">
              <a:ext uri="{FF2B5EF4-FFF2-40B4-BE49-F238E27FC236}">
                <a16:creationId xmlns:a16="http://schemas.microsoft.com/office/drawing/2014/main" id="{DF2B5334-6BDC-4126-83AC-C0C5AE6DB8CC}"/>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09</a:t>
            </a:r>
          </a:p>
        </p:txBody>
      </p:sp>
      <p:sp>
        <p:nvSpPr>
          <p:cNvPr id="3" name="text-2">
            <a:extLst xmlns:a="http://schemas.openxmlformats.org/drawingml/2006/main">
              <a:ext uri="{FF2B5EF4-FFF2-40B4-BE49-F238E27FC236}">
                <a16:creationId xmlns:a16="http://schemas.microsoft.com/office/drawing/2014/main" id="{EFD3CE5A-B200-4F02-87DC-23236747E6C7}"/>
              </a:ext>
            </a:extLst>
          </p:cNvPr>
          <p:cNvSpPr>
            <a:spLocks xmlns:a="http://schemas.openxmlformats.org/drawingml/2006/main" noGrp="1"/>
          </p:cNvSpPr>
          <p:nvPr/>
        </p:nvSpPr>
        <p:spPr>
          <a:xfrm xmlns:a="http://schemas.openxmlformats.org/drawingml/2006/main">
            <a:off x="685800" y="16668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C2542C"/>
                </a:solidFill>
                <a:latin typeface="Arial"/>
                <a:ea typeface="Arial"/>
                <a:cs typeface="Arial"/>
              </a:defRPr>
            </a:defPPr>
          </a:lstStyle>
          <a:p xmlns:a="http://schemas.openxmlformats.org/drawingml/2006/main">
            <a:pPr>
              <a:defRPr sz="2250" b="1">
                <a:solidFill>
                  <a:srgbClr val="C2542C"/>
                </a:solidFill>
                <a:latin typeface="Arial"/>
                <a:ea typeface="Arial"/>
                <a:cs typeface="Arial"/>
              </a:defRPr>
            </a:pPr>
            <a:r>
              <a:rPr sz="2250" b="1">
                <a:solidFill>
                  <a:srgbClr val="C2542C"/>
                </a:solidFill>
                <a:latin typeface="Arial"/>
                <a:ea typeface="Arial"/>
                <a:cs typeface="Arial"/>
              </a:rPr>
              <a:t>G09  Every condition needs authority</a:t>
            </a:r>
          </a:p>
        </p:txBody>
      </p:sp>
      <p:sp>
        <p:nvSpPr>
          <p:cNvPr id="4" name="text-3">
            <a:extLst xmlns:a="http://schemas.openxmlformats.org/drawingml/2006/main">
              <a:ext uri="{FF2B5EF4-FFF2-40B4-BE49-F238E27FC236}">
                <a16:creationId xmlns:a16="http://schemas.microsoft.com/office/drawing/2014/main" id="{7E5C7788-63A2-4FDC-B67B-E76FEBC67B18}"/>
              </a:ext>
            </a:extLst>
          </p:cNvPr>
          <p:cNvSpPr>
            <a:spLocks xmlns:a="http://schemas.openxmlformats.org/drawingml/2006/main" noGrp="1"/>
          </p:cNvSpPr>
          <p:nvPr/>
        </p:nvSpPr>
        <p:spPr>
          <a:xfrm xmlns:a="http://schemas.openxmlformats.org/drawingml/2006/main">
            <a:off x="685800" y="216217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“No ID needed” invents an ID policy. Approved “students only” may appear inside ELIGIBILITY after form approval.</a:t>
            </a:r>
          </a:p>
        </p:txBody>
      </p:sp>
      <p:sp>
        <p:nvSpPr>
          <p:cNvPr id="5" name="text-4">
            <a:extLst xmlns:a="http://schemas.openxmlformats.org/drawingml/2006/main">
              <a:ext uri="{FF2B5EF4-FFF2-40B4-BE49-F238E27FC236}">
                <a16:creationId xmlns:a16="http://schemas.microsoft.com/office/drawing/2014/main" id="{2D7BEB13-6F5D-48BA-8BE8-006ACD82B4EB}"/>
              </a:ext>
            </a:extLst>
          </p:cNvPr>
          <p:cNvSpPr>
            <a:spLocks xmlns:a="http://schemas.openxmlformats.org/drawingml/2006/main" noGrp="1"/>
          </p:cNvSpPr>
          <p:nvPr/>
        </p:nvSpPr>
        <p:spPr>
          <a:xfrm xmlns:a="http://schemas.openxmlformats.org/drawingml/2006/main">
            <a:off x="685800" y="30670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C2542C"/>
                </a:solidFill>
                <a:latin typeface="Arial"/>
                <a:ea typeface="Arial"/>
                <a:cs typeface="Arial"/>
              </a:defRPr>
            </a:defPPr>
          </a:lstStyle>
          <a:p xmlns:a="http://schemas.openxmlformats.org/drawingml/2006/main">
            <a:pPr>
              <a:defRPr sz="2100" b="0">
                <a:solidFill>
                  <a:srgbClr val="C2542C"/>
                </a:solidFill>
                <a:latin typeface="Arial"/>
                <a:ea typeface="Arial"/>
                <a:cs typeface="Arial"/>
              </a:defRPr>
            </a:pPr>
            <a:r>
              <a:rPr sz="2100" b="0">
                <a:solidFill>
                  <a:srgbClr val="C2542C"/>
                </a:solidFill>
                <a:latin typeface="Arial"/>
                <a:ea typeface="Arial"/>
                <a:cs typeface="Arial"/>
              </a:rPr>
              <a:t>Unspecified does not mean unrestricted.</a:t>
            </a:r>
          </a:p>
        </p:txBody>
      </p:sp>
      <p:sp>
        <p:nvSpPr>
          <p:cNvPr id="6" name="text-5">
            <a:extLst xmlns:a="http://schemas.openxmlformats.org/drawingml/2006/main">
              <a:ext uri="{FF2B5EF4-FFF2-40B4-BE49-F238E27FC236}">
                <a16:creationId xmlns:a16="http://schemas.microsoft.com/office/drawing/2014/main" id="{18C99179-10C8-4597-B033-5B1953484A10}"/>
              </a:ext>
            </a:extLst>
          </p:cNvPr>
          <p:cNvSpPr>
            <a:spLocks xmlns:a="http://schemas.openxmlformats.org/drawingml/2006/main" noGrp="1"/>
          </p:cNvSpPr>
          <p:nvPr/>
        </p:nvSpPr>
        <p:spPr>
          <a:xfrm xmlns:a="http://schemas.openxmlformats.org/drawingml/2006/main">
            <a:off x="685800" y="4000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C2542C"/>
                </a:solidFill>
                <a:latin typeface="Arial"/>
                <a:ea typeface="Arial"/>
                <a:cs typeface="Arial"/>
              </a:defRPr>
            </a:defPPr>
          </a:lstStyle>
          <a:p xmlns:a="http://schemas.openxmlformats.org/drawingml/2006/main">
            <a:pPr>
              <a:defRPr sz="2250" b="1">
                <a:solidFill>
                  <a:srgbClr val="C2542C"/>
                </a:solidFill>
                <a:latin typeface="Arial"/>
                <a:ea typeface="Arial"/>
                <a:cs typeface="Arial"/>
              </a:defRPr>
            </a:pPr>
            <a:r>
              <a:rPr sz="2250" b="1">
                <a:solidFill>
                  <a:srgbClr val="C2542C"/>
                </a:solidFill>
                <a:latin typeface="Arial"/>
                <a:ea typeface="Arial"/>
                <a:cs typeface="Arial"/>
              </a:rPr>
              <a:t>G10  Required and forbidden brand wording</a:t>
            </a:r>
          </a:p>
        </p:txBody>
      </p:sp>
      <p:sp>
        <p:nvSpPr>
          <p:cNvPr id="7" name="text-6">
            <a:extLst xmlns:a="http://schemas.openxmlformats.org/drawingml/2006/main">
              <a:ext uri="{FF2B5EF4-FFF2-40B4-BE49-F238E27FC236}">
                <a16:creationId xmlns:a16="http://schemas.microsoft.com/office/drawing/2014/main" id="{76A0BAA2-A686-49E8-B972-DF9E207C0016}"/>
              </a:ext>
            </a:extLst>
          </p:cNvPr>
          <p:cNvSpPr>
            <a:spLocks xmlns:a="http://schemas.openxmlformats.org/drawingml/2006/main" noGrp="1"/>
          </p:cNvSpPr>
          <p:nvPr/>
        </p:nvSpPr>
        <p:spPr>
          <a:xfrm xmlns:a="http://schemas.openxmlformats.org/drawingml/2006/main">
            <a:off x="685800" y="4495800"/>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Rendered copy respects must_not_say. Complete assets include required brand wording in visible copy.</a:t>
            </a:r>
          </a:p>
        </p:txBody>
      </p:sp>
      <p:sp>
        <p:nvSpPr>
          <p:cNvPr id="8" name="text-7">
            <a:extLst xmlns:a="http://schemas.openxmlformats.org/drawingml/2006/main">
              <a:ext uri="{FF2B5EF4-FFF2-40B4-BE49-F238E27FC236}">
                <a16:creationId xmlns:a16="http://schemas.microsoft.com/office/drawing/2014/main" id="{04A2D11B-2276-4FDC-B916-4F322ED64B84}"/>
              </a:ext>
            </a:extLst>
          </p:cNvPr>
          <p:cNvSpPr>
            <a:spLocks xmlns:a="http://schemas.openxmlformats.org/drawingml/2006/main" noGrp="1"/>
          </p:cNvSpPr>
          <p:nvPr/>
        </p:nvSpPr>
        <p:spPr>
          <a:xfrm xmlns:a="http://schemas.openxmlformats.org/drawingml/2006/main">
            <a:off x="685800" y="54006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C2542C"/>
                </a:solidFill>
                <a:latin typeface="Arial"/>
                <a:ea typeface="Arial"/>
                <a:cs typeface="Arial"/>
              </a:defRPr>
            </a:defPPr>
          </a:lstStyle>
          <a:p xmlns:a="http://schemas.openxmlformats.org/drawingml/2006/main">
            <a:pPr>
              <a:defRPr sz="2100" b="0">
                <a:solidFill>
                  <a:srgbClr val="C2542C"/>
                </a:solidFill>
                <a:latin typeface="Arial"/>
                <a:ea typeface="Arial"/>
                <a:cs typeface="Arial"/>
              </a:defRPr>
            </a:pPr>
            <a:r>
              <a:rPr sz="2100" b="0">
                <a:solidFill>
                  <a:srgbClr val="C2542C"/>
                </a:solidFill>
                <a:latin typeface="Arial"/>
                <a:ea typeface="Arial"/>
                <a:cs typeface="Arial"/>
              </a:rPr>
              <a:t>Brand rules cannot waive factual contradictions.</a:t>
            </a:r>
          </a:p>
        </p:txBody>
      </p:sp>
    </p:spTree>
    <p:extLst>
      <p:ext uri="{BB962C8B-B14F-4D97-AF65-F5344CB8AC3E}">
        <p14:creationId xmlns:p14="http://schemas.microsoft.com/office/powerpoint/2010/main" val="207558471"/>
      </p:ext>
    </p:extLst>
  </p:cSld>
</p:sld>
</file>

<file path=ppt/slides/slide10.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A51F790-EC7C-44C5-A8FD-40F960081055}"/>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G11 and G12  Script and readable output</a:t>
            </a:r>
          </a:p>
        </p:txBody>
      </p:sp>
      <p:sp>
        <p:nvSpPr>
          <p:cNvPr id="2" name="text-1">
            <a:extLst xmlns:a="http://schemas.openxmlformats.org/drawingml/2006/main">
              <a:ext uri="{FF2B5EF4-FFF2-40B4-BE49-F238E27FC236}">
                <a16:creationId xmlns:a16="http://schemas.microsoft.com/office/drawing/2014/main" id="{648D7239-FD3A-4052-9A8D-4B7CC1D2D7B9}"/>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10</a:t>
            </a:r>
          </a:p>
        </p:txBody>
      </p:sp>
      <p:sp>
        <p:nvSpPr>
          <p:cNvPr id="3" name="text-2">
            <a:extLst xmlns:a="http://schemas.openxmlformats.org/drawingml/2006/main">
              <a:ext uri="{FF2B5EF4-FFF2-40B4-BE49-F238E27FC236}">
                <a16:creationId xmlns:a16="http://schemas.microsoft.com/office/drawing/2014/main" id="{2AE03975-0849-4498-AD49-E8B69D8F143B}"/>
              </a:ext>
            </a:extLst>
          </p:cNvPr>
          <p:cNvSpPr>
            <a:spLocks xmlns:a="http://schemas.openxmlformats.org/drawingml/2006/main" noGrp="1"/>
          </p:cNvSpPr>
          <p:nvPr/>
        </p:nvSpPr>
        <p:spPr>
          <a:xfrm xmlns:a="http://schemas.openxmlformats.org/drawingml/2006/main">
            <a:off x="685800" y="16478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F35"/>
                </a:solidFill>
                <a:latin typeface="Arial"/>
                <a:ea typeface="Arial"/>
                <a:cs typeface="Arial"/>
              </a:defRPr>
            </a:defPPr>
          </a:lstStyle>
          <a:p xmlns:a="http://schemas.openxmlformats.org/drawingml/2006/main">
            <a:pPr>
              <a:defRPr sz="2250" b="1">
                <a:solidFill>
                  <a:srgbClr val="203F35"/>
                </a:solidFill>
                <a:latin typeface="Arial"/>
                <a:ea typeface="Arial"/>
                <a:cs typeface="Arial"/>
              </a:defRPr>
            </a:pPr>
            <a:r>
              <a:rPr sz="2250" b="1">
                <a:solidFill>
                  <a:srgbClr val="203F35"/>
                </a:solidFill>
                <a:latin typeface="Arial"/>
                <a:ea typeface="Arial"/>
                <a:cs typeface="Arial"/>
              </a:rPr>
              <a:t>G11  Language and script fit</a:t>
            </a:r>
          </a:p>
        </p:txBody>
      </p:sp>
      <p:sp>
        <p:nvSpPr>
          <p:cNvPr id="4" name="text-3">
            <a:extLst xmlns:a="http://schemas.openxmlformats.org/drawingml/2006/main">
              <a:ext uri="{FF2B5EF4-FFF2-40B4-BE49-F238E27FC236}">
                <a16:creationId xmlns:a16="http://schemas.microsoft.com/office/drawing/2014/main" id="{5405514B-6B00-4F02-8B02-56176F3AC034}"/>
              </a:ext>
            </a:extLst>
          </p:cNvPr>
          <p:cNvSpPr>
            <a:spLocks xmlns:a="http://schemas.openxmlformats.org/drawingml/2006/main" noGrp="1"/>
          </p:cNvSpPr>
          <p:nvPr/>
        </p:nvSpPr>
        <p:spPr>
          <a:xfrm xmlns:a="http://schemas.openxmlformats.org/drawingml/2006/main">
            <a:off x="685800" y="214312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Kannada expects mostly Kannada letters. English and Kanglish expect Latin letters. A warning cannot replace native reading.</a:t>
            </a:r>
          </a:p>
        </p:txBody>
      </p:sp>
      <p:sp>
        <p:nvSpPr>
          <p:cNvPr id="5" name="text-4">
            <a:extLst xmlns:a="http://schemas.openxmlformats.org/drawingml/2006/main">
              <a:ext uri="{FF2B5EF4-FFF2-40B4-BE49-F238E27FC236}">
                <a16:creationId xmlns:a16="http://schemas.microsoft.com/office/drawing/2014/main" id="{796951DB-EF44-44A6-9B69-27DAB14637C3}"/>
              </a:ext>
            </a:extLst>
          </p:cNvPr>
          <p:cNvSpPr>
            <a:spLocks xmlns:a="http://schemas.openxmlformats.org/drawingml/2006/main" noGrp="1"/>
          </p:cNvSpPr>
          <p:nvPr/>
        </p:nvSpPr>
        <p:spPr>
          <a:xfrm xmlns:a="http://schemas.openxmlformats.org/drawingml/2006/main">
            <a:off x="685800" y="36671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F35"/>
                </a:solidFill>
                <a:latin typeface="Arial"/>
                <a:ea typeface="Arial"/>
                <a:cs typeface="Arial"/>
              </a:defRPr>
            </a:defPPr>
          </a:lstStyle>
          <a:p xmlns:a="http://schemas.openxmlformats.org/drawingml/2006/main">
            <a:pPr>
              <a:defRPr sz="2250" b="1">
                <a:solidFill>
                  <a:srgbClr val="203F35"/>
                </a:solidFill>
                <a:latin typeface="Arial"/>
                <a:ea typeface="Arial"/>
                <a:cs typeface="Arial"/>
              </a:defRPr>
            </a:pPr>
            <a:r>
              <a:rPr sz="2250" b="1">
                <a:solidFill>
                  <a:srgbClr val="203F35"/>
                </a:solidFill>
                <a:latin typeface="Arial"/>
                <a:ea typeface="Arial"/>
                <a:cs typeface="Arial"/>
              </a:rPr>
              <a:t>G12  Length and actual poster bounds</a:t>
            </a:r>
          </a:p>
        </p:txBody>
      </p:sp>
      <p:sp>
        <p:nvSpPr>
          <p:cNvPr id="6" name="text-5">
            <a:extLst xmlns:a="http://schemas.openxmlformats.org/drawingml/2006/main">
              <a:ext uri="{FF2B5EF4-FFF2-40B4-BE49-F238E27FC236}">
                <a16:creationId xmlns:a16="http://schemas.microsoft.com/office/drawing/2014/main" id="{5466C650-D8EE-40EA-A544-453DBE061009}"/>
              </a:ext>
            </a:extLst>
          </p:cNvPr>
          <p:cNvSpPr>
            <a:spLocks xmlns:a="http://schemas.openxmlformats.org/drawingml/2006/main" noGrp="1"/>
          </p:cNvSpPr>
          <p:nvPr/>
        </p:nvSpPr>
        <p:spPr>
          <a:xfrm xmlns:a="http://schemas.openxmlformats.org/drawingml/2006/main">
            <a:off x="685800" y="423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66B63"/>
                </a:solidFill>
                <a:latin typeface="Arial"/>
                <a:ea typeface="Arial"/>
                <a:cs typeface="Arial"/>
              </a:defRPr>
            </a:defPPr>
          </a:lstStyle>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WhatsApp 1,500    Instagram 2,200</a:t>
            </a:r>
          </a:p>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Facebook 3,000    Poster 600 code points</a:t>
            </a:r>
          </a:p>
        </p:txBody>
      </p:sp>
      <p:sp>
        <p:nvSpPr>
          <p:cNvPr id="7" name="text-6">
            <a:extLst xmlns:a="http://schemas.openxmlformats.org/drawingml/2006/main">
              <a:ext uri="{FF2B5EF4-FFF2-40B4-BE49-F238E27FC236}">
                <a16:creationId xmlns:a16="http://schemas.microsoft.com/office/drawing/2014/main" id="{517DE4D1-9D46-421D-B6AD-4F7EBF95FD70}"/>
              </a:ext>
            </a:extLst>
          </p:cNvPr>
          <p:cNvSpPr>
            <a:spLocks xmlns:a="http://schemas.openxmlformats.org/drawingml/2006/main" noGrp="1"/>
          </p:cNvSpPr>
          <p:nvPr/>
        </p:nvSpPr>
        <p:spPr>
          <a:xfrm xmlns:a="http://schemas.openxmlformats.org/drawingml/2006/main">
            <a:off x="685800" y="54006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C2542C"/>
                </a:solidFill>
                <a:latin typeface="Arial"/>
                <a:ea typeface="Arial"/>
                <a:cs typeface="Arial"/>
              </a:defRPr>
            </a:defPPr>
          </a:lstStyle>
          <a:p xmlns:a="http://schemas.openxmlformats.org/drawingml/2006/main">
            <a:pPr>
              <a:defRPr sz="1875" b="0">
                <a:solidFill>
                  <a:srgbClr val="C2542C"/>
                </a:solidFill>
                <a:latin typeface="Arial"/>
                <a:ea typeface="Arial"/>
                <a:cs typeface="Arial"/>
              </a:defRPr>
            </a:pPr>
            <a:r>
              <a:rPr sz="1875" b="0">
                <a:solidFill>
                  <a:srgbClr val="C2542C"/>
                </a:solidFill>
                <a:latin typeface="Arial"/>
                <a:ea typeface="Arial"/>
                <a:cs typeface="Arial"/>
              </a:rPr>
              <a:t>Social length: WARN. Poster length or clipped text: BLOCK.</a:t>
            </a:r>
          </a:p>
          <a:p xmlns:a="http://schemas.openxmlformats.org/drawingml/2006/main">
            <a:pPr>
              <a:defRPr sz="1875" b="0">
                <a:solidFill>
                  <a:srgbClr val="C2542C"/>
                </a:solidFill>
                <a:latin typeface="Arial"/>
                <a:ea typeface="Arial"/>
                <a:cs typeface="Arial"/>
              </a:defRPr>
            </a:pPr>
            <a:r>
              <a:rPr sz="1875" b="0">
                <a:solidFill>
                  <a:srgbClr val="C2542C"/>
                </a:solidFill>
                <a:latin typeface="Arial"/>
                <a:ea typeface="Arial"/>
                <a:cs typeface="Arial"/>
              </a:rPr>
              <a:t>Poster pixel checks remain incomplete until measured.</a:t>
            </a:r>
          </a:p>
        </p:txBody>
      </p:sp>
    </p:spTree>
    <p:extLst>
      <p:ext uri="{BB962C8B-B14F-4D97-AF65-F5344CB8AC3E}">
        <p14:creationId xmlns:p14="http://schemas.microsoft.com/office/powerpoint/2010/main" val="450361405"/>
      </p:ext>
    </p:extLst>
  </p:cSld>
</p:sld>
</file>

<file path=ppt/slides/slide11.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C2D5465-DFF9-48C6-B68F-A284FE789659}"/>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G13  Template syntax and placeholders</a:t>
            </a:r>
          </a:p>
        </p:txBody>
      </p:sp>
      <p:sp>
        <p:nvSpPr>
          <p:cNvPr id="2" name="text-1">
            <a:extLst xmlns:a="http://schemas.openxmlformats.org/drawingml/2006/main">
              <a:ext uri="{FF2B5EF4-FFF2-40B4-BE49-F238E27FC236}">
                <a16:creationId xmlns:a16="http://schemas.microsoft.com/office/drawing/2014/main" id="{0329872F-C819-491D-85B8-80EBFDBF77B2}"/>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11</a:t>
            </a:r>
          </a:p>
        </p:txBody>
      </p:sp>
      <p:sp>
        <p:nvSpPr>
          <p:cNvPr id="3" name="text-2">
            <a:extLst xmlns:a="http://schemas.openxmlformats.org/drawingml/2006/main">
              <a:ext uri="{FF2B5EF4-FFF2-40B4-BE49-F238E27FC236}">
                <a16:creationId xmlns:a16="http://schemas.microsoft.com/office/drawing/2014/main" id="{E741C7DB-C91B-494E-9C76-18D893DDA0AE}"/>
              </a:ext>
            </a:extLst>
          </p:cNvPr>
          <p:cNvSpPr>
            <a:spLocks xmlns:a="http://schemas.openxmlformats.org/drawingml/2006/main" noGrp="1"/>
          </p:cNvSpPr>
          <p:nvPr/>
        </p:nvSpPr>
        <p:spPr>
          <a:xfrm xmlns:a="http://schemas.openxmlformats.org/drawingml/2006/main">
            <a:off x="685800" y="1714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F35"/>
                </a:solidFill>
                <a:latin typeface="Arial"/>
                <a:ea typeface="Arial"/>
                <a:cs typeface="Arial"/>
              </a:defRPr>
            </a:defPPr>
          </a:lstStyle>
          <a:p xmlns:a="http://schemas.openxmlformats.org/drawingml/2006/main">
            <a:pPr>
              <a:defRPr sz="2250" b="1">
                <a:solidFill>
                  <a:srgbClr val="203F35"/>
                </a:solidFill>
                <a:latin typeface="Arial"/>
                <a:ea typeface="Arial"/>
                <a:cs typeface="Arial"/>
              </a:defRPr>
            </a:pPr>
            <a:r>
              <a:rPr sz="2250" b="1">
                <a:solidFill>
                  <a:srgbClr val="203F35"/>
                </a:solidFill>
                <a:latin typeface="Arial"/>
                <a:ea typeface="Arial"/>
                <a:cs typeface="Arial"/>
              </a:rPr>
              <a:t>Accepted grammar</a:t>
            </a:r>
          </a:p>
        </p:txBody>
      </p:sp>
      <p:sp>
        <p:nvSpPr>
          <p:cNvPr id="4" name="text-3">
            <a:extLst xmlns:a="http://schemas.openxmlformats.org/drawingml/2006/main">
              <a:ext uri="{FF2B5EF4-FFF2-40B4-BE49-F238E27FC236}">
                <a16:creationId xmlns:a16="http://schemas.microsoft.com/office/drawing/2014/main" id="{AA1A8869-5545-471D-8007-D1A527FB40B3}"/>
              </a:ext>
            </a:extLst>
          </p:cNvPr>
          <p:cNvSpPr>
            <a:spLocks xmlns:a="http://schemas.openxmlformats.org/drawingml/2006/main" noGrp="1"/>
          </p:cNvSpPr>
          <p:nvPr/>
        </p:nvSpPr>
        <p:spPr>
          <a:xfrm xmlns:a="http://schemas.openxmlformats.org/drawingml/2006/main">
            <a:off x="685800" y="2266950"/>
            <a:ext cx="1057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247354"/>
                </a:solidFill>
                <a:latin typeface="Arial"/>
                <a:ea typeface="Arial"/>
                <a:cs typeface="Arial"/>
              </a:defRPr>
            </a:defPPr>
          </a:lstStyle>
          <a:p xmlns:a="http://schemas.openxmlformats.org/drawingml/2006/main">
            <a:pPr>
              <a:defRPr sz="2625" b="0">
                <a:solidFill>
                  <a:srgbClr val="247354"/>
                </a:solidFill>
                <a:latin typeface="Arial"/>
                <a:ea typeface="Arial"/>
                <a:cs typeface="Arial"/>
              </a:defRPr>
            </a:pPr>
            <a:r>
              <a:rPr sz="2625" b="0">
                <a:solidFill>
                  <a:srgbClr val="247354"/>
                </a:solidFill>
                <a:latin typeface="Arial"/>
                <a:ea typeface="Arial"/>
                <a:cs typeface="Arial"/>
              </a:rPr>
              <a:t>{{KEY}}     {{KEY|nom}}     {{KEY|dat}}</a:t>
            </a:r>
          </a:p>
          <a:p xmlns:a="http://schemas.openxmlformats.org/drawingml/2006/main">
            <a:pPr>
              <a:defRPr sz="2625" b="0">
                <a:solidFill>
                  <a:srgbClr val="247354"/>
                </a:solidFill>
                <a:latin typeface="Arial"/>
                <a:ea typeface="Arial"/>
                <a:cs typeface="Arial"/>
              </a:defRPr>
            </a:pPr>
            <a:r>
              <a:rPr sz="2625" b="0">
                <a:solidFill>
                  <a:srgbClr val="247354"/>
                </a:solidFill>
                <a:latin typeface="Arial"/>
                <a:ea typeface="Arial"/>
                <a:cs typeface="Arial"/>
              </a:rPr>
              <a:t>{{KEY|gen}}     {{KEY|loc}}</a:t>
            </a:r>
          </a:p>
        </p:txBody>
      </p:sp>
      <p:sp>
        <p:nvSpPr>
          <p:cNvPr id="5" name="text-4">
            <a:extLst xmlns:a="http://schemas.openxmlformats.org/drawingml/2006/main">
              <a:ext uri="{FF2B5EF4-FFF2-40B4-BE49-F238E27FC236}">
                <a16:creationId xmlns:a16="http://schemas.microsoft.com/office/drawing/2014/main" id="{95CF8E50-101F-4277-A381-20DAE27EB4C1}"/>
              </a:ext>
            </a:extLst>
          </p:cNvPr>
          <p:cNvSpPr>
            <a:spLocks xmlns:a="http://schemas.openxmlformats.org/drawingml/2006/main" noGrp="1"/>
          </p:cNvSpPr>
          <p:nvPr/>
        </p:nvSpPr>
        <p:spPr>
          <a:xfrm xmlns:a="http://schemas.openxmlformats.org/drawingml/2006/main">
            <a:off x="685800" y="36480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F35"/>
                </a:solidFill>
                <a:latin typeface="Arial"/>
                <a:ea typeface="Arial"/>
                <a:cs typeface="Arial"/>
              </a:defRPr>
            </a:defPPr>
          </a:lstStyle>
          <a:p xmlns:a="http://schemas.openxmlformats.org/drawingml/2006/main">
            <a:pPr>
              <a:defRPr sz="2250" b="1">
                <a:solidFill>
                  <a:srgbClr val="203F35"/>
                </a:solidFill>
                <a:latin typeface="Arial"/>
                <a:ea typeface="Arial"/>
                <a:cs typeface="Arial"/>
              </a:defRPr>
            </a:pPr>
            <a:r>
              <a:rPr sz="2250" b="1">
                <a:solidFill>
                  <a:srgbClr val="203F35"/>
                </a:solidFill>
                <a:latin typeface="Arial"/>
                <a:ea typeface="Arial"/>
                <a:cs typeface="Arial"/>
              </a:rPr>
              <a:t>Malformed or unresolved</a:t>
            </a:r>
          </a:p>
        </p:txBody>
      </p:sp>
      <p:sp>
        <p:nvSpPr>
          <p:cNvPr id="6" name="text-5">
            <a:extLst xmlns:a="http://schemas.openxmlformats.org/drawingml/2006/main">
              <a:ext uri="{FF2B5EF4-FFF2-40B4-BE49-F238E27FC236}">
                <a16:creationId xmlns:a16="http://schemas.microsoft.com/office/drawing/2014/main" id="{9EF1F33A-65A9-49CD-9A47-8D51BDE49D02}"/>
              </a:ext>
            </a:extLst>
          </p:cNvPr>
          <p:cNvSpPr>
            <a:spLocks xmlns:a="http://schemas.openxmlformats.org/drawingml/2006/main" noGrp="1"/>
          </p:cNvSpPr>
          <p:nvPr/>
        </p:nvSpPr>
        <p:spPr>
          <a:xfrm xmlns:a="http://schemas.openxmlformats.org/drawingml/2006/main">
            <a:off x="685800" y="4219575"/>
            <a:ext cx="10477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0">
                <a:solidFill>
                  <a:srgbClr val="A43332"/>
                </a:solidFill>
                <a:latin typeface="Arial"/>
                <a:ea typeface="Arial"/>
                <a:cs typeface="Arial"/>
              </a:defRPr>
            </a:defPPr>
          </a:lstStyle>
          <a:p xmlns:a="http://schemas.openxmlformats.org/drawingml/2006/main">
            <a:pPr>
              <a:defRPr sz="2475" b="0">
                <a:solidFill>
                  <a:srgbClr val="A43332"/>
                </a:solidFill>
                <a:latin typeface="Arial"/>
                <a:ea typeface="Arial"/>
                <a:cs typeface="Arial"/>
              </a:defRPr>
            </a:pPr>
            <a:r>
              <a:rPr sz="2475" b="0">
                <a:solidFill>
                  <a:srgbClr val="A43332"/>
                </a:solidFill>
                <a:latin typeface="Arial"/>
                <a:ea typeface="Arial"/>
                <a:cs typeface="Arial"/>
              </a:rPr>
              <a:t>{{OFFER     {{UNKNOWN}}     {{PRODUCT|abl}}</a:t>
            </a:r>
          </a:p>
          <a:p xmlns:a="http://schemas.openxmlformats.org/drawingml/2006/main">
            <a:pPr>
              <a:defRPr sz="2475" b="0">
                <a:solidFill>
                  <a:srgbClr val="A43332"/>
                </a:solidFill>
                <a:latin typeface="Arial"/>
                <a:ea typeface="Arial"/>
                <a:cs typeface="Arial"/>
              </a:defRPr>
            </a:pPr>
            <a:r>
              <a:rPr sz="2475" b="0">
                <a:solidFill>
                  <a:srgbClr val="A43332"/>
                </a:solidFill>
                <a:latin typeface="Arial"/>
                <a:ea typeface="Arial"/>
                <a:cs typeface="Arial"/>
              </a:rPr>
              <a:t>[offer]     XX%     &lt;N&gt;%</a:t>
            </a:r>
          </a:p>
        </p:txBody>
      </p:sp>
      <p:sp>
        <p:nvSpPr>
          <p:cNvPr id="7" name="text-6">
            <a:extLst xmlns:a="http://schemas.openxmlformats.org/drawingml/2006/main">
              <a:ext uri="{FF2B5EF4-FFF2-40B4-BE49-F238E27FC236}">
                <a16:creationId xmlns:a16="http://schemas.microsoft.com/office/drawing/2014/main" id="{49CECC41-175A-4182-AA53-24EEC15100CE}"/>
              </a:ext>
            </a:extLst>
          </p:cNvPr>
          <p:cNvSpPr>
            <a:spLocks xmlns:a="http://schemas.openxmlformats.org/drawingml/2006/main" noGrp="1"/>
          </p:cNvSpPr>
          <p:nvPr/>
        </p:nvSpPr>
        <p:spPr>
          <a:xfrm xmlns:a="http://schemas.openxmlformats.org/drawingml/2006/main">
            <a:off x="685800" y="5715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Hashtags and CTA receive the same checks as the body.</a:t>
            </a:r>
          </a:p>
        </p:txBody>
      </p:sp>
    </p:spTree>
    <p:extLst>
      <p:ext uri="{BB962C8B-B14F-4D97-AF65-F5344CB8AC3E}">
        <p14:creationId xmlns:p14="http://schemas.microsoft.com/office/powerpoint/2010/main" val="1746771708"/>
      </p:ext>
    </p:extLst>
  </p:cSld>
</p:sld>
</file>

<file path=ppt/slides/slide12.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4A50B7A-345F-4482-B570-1D86D55589AE}"/>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G14  Blinded customer expectation audit</a:t>
            </a:r>
          </a:p>
        </p:txBody>
      </p:sp>
      <p:sp>
        <p:nvSpPr>
          <p:cNvPr id="2" name="text-1">
            <a:extLst xmlns:a="http://schemas.openxmlformats.org/drawingml/2006/main">
              <a:ext uri="{FF2B5EF4-FFF2-40B4-BE49-F238E27FC236}">
                <a16:creationId xmlns:a16="http://schemas.microsoft.com/office/drawing/2014/main" id="{573C0216-1364-41BD-B953-FDF242571338}"/>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12</a:t>
            </a:r>
          </a:p>
        </p:txBody>
      </p:sp>
      <p:sp>
        <p:nvSpPr>
          <p:cNvPr id="3" name="text-2">
            <a:extLst xmlns:a="http://schemas.openxmlformats.org/drawingml/2006/main">
              <a:ext uri="{FF2B5EF4-FFF2-40B4-BE49-F238E27FC236}">
                <a16:creationId xmlns:a16="http://schemas.microsoft.com/office/drawing/2014/main" id="{B59CC009-6886-4E60-90B9-FF90FD50590B}"/>
              </a:ext>
            </a:extLst>
          </p:cNvPr>
          <p:cNvSpPr>
            <a:spLocks xmlns:a="http://schemas.openxmlformats.org/drawingml/2006/main" noGrp="1"/>
          </p:cNvSpPr>
          <p:nvPr/>
        </p:nvSpPr>
        <p:spPr>
          <a:xfrm xmlns:a="http://schemas.openxmlformats.org/drawingml/2006/main">
            <a:off x="685800" y="16383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F35"/>
                </a:solidFill>
                <a:latin typeface="Arial"/>
                <a:ea typeface="Arial"/>
                <a:cs typeface="Arial"/>
              </a:defRPr>
            </a:defPPr>
          </a:lstStyle>
          <a:p xmlns:a="http://schemas.openxmlformats.org/drawingml/2006/main">
            <a:pPr>
              <a:defRPr sz="2250" b="1">
                <a:solidFill>
                  <a:srgbClr val="203F35"/>
                </a:solidFill>
                <a:latin typeface="Arial"/>
                <a:ea typeface="Arial"/>
                <a:cs typeface="Arial"/>
              </a:defRPr>
            </a:pPr>
            <a:r>
              <a:rPr sz="2250" b="1">
                <a:solidFill>
                  <a:srgbClr val="203F35"/>
                </a:solidFill>
                <a:latin typeface="Arial"/>
                <a:ea typeface="Arial"/>
                <a:cs typeface="Arial"/>
              </a:rPr>
              <a:t>The reader sees final customer-facing text</a:t>
            </a:r>
          </a:p>
        </p:txBody>
      </p:sp>
      <p:sp>
        <p:nvSpPr>
          <p:cNvPr id="4" name="text-3">
            <a:extLst xmlns:a="http://schemas.openxmlformats.org/drawingml/2006/main">
              <a:ext uri="{FF2B5EF4-FFF2-40B4-BE49-F238E27FC236}">
                <a16:creationId xmlns:a16="http://schemas.microsoft.com/office/drawing/2014/main" id="{C95B6F64-612E-4073-A6CA-47EDF450B349}"/>
              </a:ext>
            </a:extLst>
          </p:cNvPr>
          <p:cNvSpPr>
            <a:spLocks xmlns:a="http://schemas.openxmlformats.org/drawingml/2006/main" noGrp="1"/>
          </p:cNvSpPr>
          <p:nvPr/>
        </p:nvSpPr>
        <p:spPr>
          <a:xfrm xmlns:a="http://schemas.openxmlformats.org/drawingml/2006/main">
            <a:off x="685800" y="2133600"/>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R7 extracts what a customer would believe, with exact quoted evidence. It does not receive the locked facts or scores.</a:t>
            </a:r>
          </a:p>
        </p:txBody>
      </p:sp>
      <p:sp>
        <p:nvSpPr>
          <p:cNvPr id="5" name="text-4">
            <a:extLst xmlns:a="http://schemas.openxmlformats.org/drawingml/2006/main">
              <a:ext uri="{FF2B5EF4-FFF2-40B4-BE49-F238E27FC236}">
                <a16:creationId xmlns:a16="http://schemas.microsoft.com/office/drawing/2014/main" id="{1EC4F432-F815-4693-A7E3-E252C6FE286A}"/>
              </a:ext>
            </a:extLst>
          </p:cNvPr>
          <p:cNvSpPr>
            <a:spLocks xmlns:a="http://schemas.openxmlformats.org/drawingml/2006/main" noGrp="1"/>
          </p:cNvSpPr>
          <p:nvPr/>
        </p:nvSpPr>
        <p:spPr>
          <a:xfrm xmlns:a="http://schemas.openxmlformats.org/drawingml/2006/main">
            <a:off x="685800" y="35814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A43332"/>
                </a:solidFill>
                <a:latin typeface="Arial"/>
                <a:ea typeface="Arial"/>
                <a:cs typeface="Arial"/>
              </a:defRPr>
            </a:defPPr>
          </a:lstStyle>
          <a:p xmlns:a="http://schemas.openxmlformats.org/drawingml/2006/main">
            <a:pPr>
              <a:defRPr sz="2250" b="1">
                <a:solidFill>
                  <a:srgbClr val="A43332"/>
                </a:solidFill>
                <a:latin typeface="Arial"/>
                <a:ea typeface="Arial"/>
                <a:cs typeface="Arial"/>
              </a:defRPr>
            </a:pPr>
            <a:r>
              <a:rPr sz="2250" b="1">
                <a:solidFill>
                  <a:srgbClr val="A43332"/>
                </a:solidFill>
                <a:latin typeface="Arial"/>
                <a:ea typeface="Arial"/>
                <a:cs typeface="Arial"/>
              </a:rPr>
              <a:t>Code compares the extraction with locked truth</a:t>
            </a:r>
          </a:p>
        </p:txBody>
      </p:sp>
      <p:sp>
        <p:nvSpPr>
          <p:cNvPr id="6" name="text-5">
            <a:extLst xmlns:a="http://schemas.openxmlformats.org/drawingml/2006/main">
              <a:ext uri="{FF2B5EF4-FFF2-40B4-BE49-F238E27FC236}">
                <a16:creationId xmlns:a16="http://schemas.microsoft.com/office/drawing/2014/main" id="{7F5B3F6C-69FA-42CE-A7E6-7B898356DB98}"/>
              </a:ext>
            </a:extLst>
          </p:cNvPr>
          <p:cNvSpPr>
            <a:spLocks xmlns:a="http://schemas.openxmlformats.org/drawingml/2006/main" noGrp="1"/>
          </p:cNvSpPr>
          <p:nvPr/>
        </p:nvSpPr>
        <p:spPr>
          <a:xfrm xmlns:a="http://schemas.openxmlformats.org/drawingml/2006/main">
            <a:off x="685800" y="4076700"/>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Factual mismatches block. Other promises require review. Persisted evidence must bind current content and dependencies.</a:t>
            </a:r>
          </a:p>
        </p:txBody>
      </p:sp>
      <p:sp>
        <p:nvSpPr>
          <p:cNvPr id="7" name="text-6">
            <a:extLst xmlns:a="http://schemas.openxmlformats.org/drawingml/2006/main">
              <a:ext uri="{FF2B5EF4-FFF2-40B4-BE49-F238E27FC236}">
                <a16:creationId xmlns:a16="http://schemas.microsoft.com/office/drawing/2014/main" id="{73F1C650-7679-4AA3-93D6-0F2C4147750E}"/>
              </a:ext>
            </a:extLst>
          </p:cNvPr>
          <p:cNvSpPr>
            <a:spLocks xmlns:a="http://schemas.openxmlformats.org/drawingml/2006/main" noGrp="1"/>
          </p:cNvSpPr>
          <p:nvPr/>
        </p:nvSpPr>
        <p:spPr>
          <a:xfrm xmlns:a="http://schemas.openxmlformats.org/drawingml/2006/main">
            <a:off x="685800" y="49815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A43332"/>
                </a:solidFill>
                <a:latin typeface="Arial"/>
                <a:ea typeface="Arial"/>
                <a:cs typeface="Arial"/>
              </a:defRPr>
            </a:defPPr>
          </a:lstStyle>
          <a:p xmlns:a="http://schemas.openxmlformats.org/drawingml/2006/main">
            <a:pPr>
              <a:defRPr sz="2100" b="0">
                <a:solidFill>
                  <a:srgbClr val="A43332"/>
                </a:solidFill>
                <a:latin typeface="Arial"/>
                <a:ea typeface="Arial"/>
                <a:cs typeface="Arial"/>
              </a:defRPr>
            </a:pPr>
            <a:r>
              <a:rPr sz="2100" b="0">
                <a:solidFill>
                  <a:srgbClr val="A43332"/>
                </a:solidFill>
                <a:latin typeface="Arial"/>
                <a:ea typeface="Arial"/>
                <a:cs typeface="Arial"/>
              </a:rPr>
              <a:t>Absent reader result: INCOMPLETE. No approval.</a:t>
            </a:r>
          </a:p>
        </p:txBody>
      </p:sp>
      <p:sp>
        <p:nvSpPr>
          <p:cNvPr id="8" name="text-7">
            <a:extLst xmlns:a="http://schemas.openxmlformats.org/drawingml/2006/main">
              <a:ext uri="{FF2B5EF4-FFF2-40B4-BE49-F238E27FC236}">
                <a16:creationId xmlns:a16="http://schemas.microsoft.com/office/drawing/2014/main" id="{6DC37C28-634D-4DC2-AE0B-0B63E30C23B8}"/>
              </a:ext>
            </a:extLst>
          </p:cNvPr>
          <p:cNvSpPr>
            <a:spLocks xmlns:a="http://schemas.openxmlformats.org/drawingml/2006/main" noGrp="1"/>
          </p:cNvSpPr>
          <p:nvPr/>
        </p:nvSpPr>
        <p:spPr>
          <a:xfrm xmlns:a="http://schemas.openxmlformats.org/drawingml/2006/main">
            <a:off x="6858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C2542C"/>
                </a:solidFill>
                <a:latin typeface="Arial"/>
                <a:ea typeface="Arial"/>
                <a:cs typeface="Arial"/>
              </a:defRPr>
            </a:defPPr>
          </a:lstStyle>
          <a:p xmlns:a="http://schemas.openxmlformats.org/drawingml/2006/main">
            <a:pPr>
              <a:defRPr sz="1725" b="0">
                <a:solidFill>
                  <a:srgbClr val="C2542C"/>
                </a:solidFill>
                <a:latin typeface="Arial"/>
                <a:ea typeface="Arial"/>
                <a:cs typeface="Arial"/>
              </a:defRPr>
            </a:pPr>
            <a:r>
              <a:rPr sz="1725" b="0">
                <a:solidFill>
                  <a:srgbClr val="C2542C"/>
                </a:solidFill>
                <a:latin typeface="Arial"/>
                <a:ea typeface="Arial"/>
                <a:cs typeface="Arial"/>
              </a:rPr>
              <a:t>An AI semantic result cannot clear a deterministic block.</a:t>
            </a:r>
          </a:p>
        </p:txBody>
      </p:sp>
    </p:spTree>
    <p:extLst>
      <p:ext uri="{BB962C8B-B14F-4D97-AF65-F5344CB8AC3E}">
        <p14:creationId xmlns:p14="http://schemas.microsoft.com/office/powerpoint/2010/main" val="2054523408"/>
      </p:ext>
    </p:extLst>
  </p:cSld>
</p:sld>
</file>

<file path=ppt/slides/slide13.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E0FB08A-E12C-4AD1-A1A2-35A721A041B5}"/>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G15  Target audience and eligibility</a:t>
            </a:r>
          </a:p>
        </p:txBody>
      </p:sp>
      <p:sp>
        <p:nvSpPr>
          <p:cNvPr id="2" name="text-1">
            <a:extLst xmlns:a="http://schemas.openxmlformats.org/drawingml/2006/main">
              <a:ext uri="{FF2B5EF4-FFF2-40B4-BE49-F238E27FC236}">
                <a16:creationId xmlns:a16="http://schemas.microsoft.com/office/drawing/2014/main" id="{57E96404-3903-4394-BDBA-BDCC9E977C2C}"/>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13</a:t>
            </a:r>
          </a:p>
        </p:txBody>
      </p:sp>
      <p:sp>
        <p:nvSpPr>
          <p:cNvPr id="3" name="text-2">
            <a:extLst xmlns:a="http://schemas.openxmlformats.org/drawingml/2006/main">
              <a:ext uri="{FF2B5EF4-FFF2-40B4-BE49-F238E27FC236}">
                <a16:creationId xmlns:a16="http://schemas.microsoft.com/office/drawing/2014/main" id="{6EA02F33-E22C-4EAF-A809-B0F48C864C41}"/>
              </a:ext>
            </a:extLst>
          </p:cNvPr>
          <p:cNvSpPr>
            <a:spLocks xmlns:a="http://schemas.openxmlformats.org/drawingml/2006/main" noGrp="1"/>
          </p:cNvSpPr>
          <p:nvPr/>
        </p:nvSpPr>
        <p:spPr>
          <a:xfrm xmlns:a="http://schemas.openxmlformats.org/drawingml/2006/main">
            <a:off x="685800" y="18288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A43332"/>
                </a:solidFill>
                <a:latin typeface="Arial"/>
                <a:ea typeface="Arial"/>
                <a:cs typeface="Arial"/>
              </a:defRPr>
            </a:defPPr>
          </a:lstStyle>
          <a:p xmlns:a="http://schemas.openxmlformats.org/drawingml/2006/main">
            <a:pPr>
              <a:defRPr sz="2850" b="1">
                <a:solidFill>
                  <a:srgbClr val="A43332"/>
                </a:solidFill>
                <a:latin typeface="Arial"/>
                <a:ea typeface="Arial"/>
                <a:cs typeface="Arial"/>
              </a:defRPr>
            </a:pPr>
            <a:r>
              <a:rPr sz="2850" b="1">
                <a:solidFill>
                  <a:srgbClr val="A43332"/>
                </a:solidFill>
                <a:latin typeface="Arial"/>
                <a:ea typeface="Arial"/>
                <a:cs typeface="Arial"/>
              </a:rPr>
              <a:t>Student-only offer + families</a:t>
            </a:r>
          </a:p>
        </p:txBody>
      </p:sp>
      <p:sp>
        <p:nvSpPr>
          <p:cNvPr id="4" name="text-3">
            <a:extLst xmlns:a="http://schemas.openxmlformats.org/drawingml/2006/main">
              <a:ext uri="{FF2B5EF4-FFF2-40B4-BE49-F238E27FC236}">
                <a16:creationId xmlns:a16="http://schemas.microsoft.com/office/drawing/2014/main" id="{CA049A35-58EC-47BB-99CC-8708F7A7A5A7}"/>
              </a:ext>
            </a:extLst>
          </p:cNvPr>
          <p:cNvSpPr>
            <a:spLocks xmlns:a="http://schemas.openxmlformats.org/drawingml/2006/main" noGrp="1"/>
          </p:cNvSpPr>
          <p:nvPr/>
        </p:nvSpPr>
        <p:spPr>
          <a:xfrm xmlns:a="http://schemas.openxmlformats.org/drawingml/2006/main">
            <a:off x="685800" y="26479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566B63"/>
                </a:solidFill>
                <a:latin typeface="Arial"/>
                <a:ea typeface="Arial"/>
                <a:cs typeface="Arial"/>
              </a:defRPr>
            </a:defPPr>
          </a:lstStyle>
          <a:p xmlns:a="http://schemas.openxmlformats.org/drawingml/2006/main">
            <a:pPr>
              <a:defRPr sz="2250" b="0">
                <a:solidFill>
                  <a:srgbClr val="566B63"/>
                </a:solidFill>
                <a:latin typeface="Arial"/>
                <a:ea typeface="Arial"/>
                <a:cs typeface="Arial"/>
              </a:defRPr>
            </a:pPr>
            <a:r>
              <a:rPr sz="2250" b="0">
                <a:solidFill>
                  <a:srgbClr val="566B63"/>
                </a:solidFill>
                <a:latin typeface="Arial"/>
                <a:ea typeface="Arial"/>
                <a:cs typeface="Arial"/>
              </a:rPr>
              <a:t>Eligibility conflict. Targeting cannot widen the offer.</a:t>
            </a:r>
          </a:p>
        </p:txBody>
      </p:sp>
      <p:sp>
        <p:nvSpPr>
          <p:cNvPr id="5" name="text-4">
            <a:extLst xmlns:a="http://schemas.openxmlformats.org/drawingml/2006/main">
              <a:ext uri="{FF2B5EF4-FFF2-40B4-BE49-F238E27FC236}">
                <a16:creationId xmlns:a16="http://schemas.microsoft.com/office/drawing/2014/main" id="{AA35AE23-B43A-445C-ADEC-8232F5CB064C}"/>
              </a:ext>
            </a:extLst>
          </p:cNvPr>
          <p:cNvSpPr>
            <a:spLocks xmlns:a="http://schemas.openxmlformats.org/drawingml/2006/main" noGrp="1"/>
          </p:cNvSpPr>
          <p:nvPr/>
        </p:nvSpPr>
        <p:spPr>
          <a:xfrm xmlns:a="http://schemas.openxmlformats.org/drawingml/2006/main">
            <a:off x="685800" y="39243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247354"/>
                </a:solidFill>
                <a:latin typeface="Arial"/>
                <a:ea typeface="Arial"/>
                <a:cs typeface="Arial"/>
              </a:defRPr>
            </a:defPPr>
          </a:lstStyle>
          <a:p xmlns:a="http://schemas.openxmlformats.org/drawingml/2006/main">
            <a:pPr>
              <a:defRPr sz="2850" b="1">
                <a:solidFill>
                  <a:srgbClr val="247354"/>
                </a:solidFill>
                <a:latin typeface="Arial"/>
                <a:ea typeface="Arial"/>
                <a:cs typeface="Arial"/>
              </a:defRPr>
            </a:pPr>
            <a:r>
              <a:rPr sz="2850" b="1">
                <a:solidFill>
                  <a:srgbClr val="247354"/>
                </a:solidFill>
                <a:latin typeface="Arial"/>
                <a:ea typeface="Arial"/>
                <a:cs typeface="Arial"/>
              </a:rPr>
              <a:t>Open-to-all offer + families</a:t>
            </a:r>
          </a:p>
        </p:txBody>
      </p:sp>
      <p:sp>
        <p:nvSpPr>
          <p:cNvPr id="6" name="text-5">
            <a:extLst xmlns:a="http://schemas.openxmlformats.org/drawingml/2006/main">
              <a:ext uri="{FF2B5EF4-FFF2-40B4-BE49-F238E27FC236}">
                <a16:creationId xmlns:a16="http://schemas.microsoft.com/office/drawing/2014/main" id="{82D8B5CB-A341-42CE-A7DB-0DD84D0EA582}"/>
              </a:ext>
            </a:extLst>
          </p:cNvPr>
          <p:cNvSpPr>
            <a:spLocks xmlns:a="http://schemas.openxmlformats.org/drawingml/2006/main" noGrp="1"/>
          </p:cNvSpPr>
          <p:nvPr/>
        </p:nvSpPr>
        <p:spPr>
          <a:xfrm xmlns:a="http://schemas.openxmlformats.org/drawingml/2006/main">
            <a:off x="685800" y="47339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566B63"/>
                </a:solidFill>
                <a:latin typeface="Arial"/>
                <a:ea typeface="Arial"/>
                <a:cs typeface="Arial"/>
              </a:defRPr>
            </a:defPPr>
          </a:lstStyle>
          <a:p xmlns:a="http://schemas.openxmlformats.org/drawingml/2006/main">
            <a:pPr>
              <a:defRPr sz="2250" b="0">
                <a:solidFill>
                  <a:srgbClr val="566B63"/>
                </a:solidFill>
                <a:latin typeface="Arial"/>
                <a:ea typeface="Arial"/>
                <a:cs typeface="Arial"/>
              </a:defRPr>
            </a:pPr>
            <a:r>
              <a:rPr sz="2250" b="0">
                <a:solidFill>
                  <a:srgbClr val="566B63"/>
                </a:solidFill>
                <a:latin typeface="Arial"/>
                <a:ea typeface="Arial"/>
                <a:cs typeface="Arial"/>
              </a:rPr>
              <a:t>Compatible targeting. Locked offer values stay the same.</a:t>
            </a:r>
          </a:p>
        </p:txBody>
      </p:sp>
      <p:sp>
        <p:nvSpPr>
          <p:cNvPr id="7" name="text-6">
            <a:extLst xmlns:a="http://schemas.openxmlformats.org/drawingml/2006/main">
              <a:ext uri="{FF2B5EF4-FFF2-40B4-BE49-F238E27FC236}">
                <a16:creationId xmlns:a16="http://schemas.microsoft.com/office/drawing/2014/main" id="{976DE211-862C-47A3-86D1-8A3D49239E70}"/>
              </a:ext>
            </a:extLst>
          </p:cNvPr>
          <p:cNvSpPr>
            <a:spLocks xmlns:a="http://schemas.openxmlformats.org/drawingml/2006/main" noGrp="1"/>
          </p:cNvSpPr>
          <p:nvPr/>
        </p:nvSpPr>
        <p:spPr>
          <a:xfrm xmlns:a="http://schemas.openxmlformats.org/drawingml/2006/main">
            <a:off x="685800" y="58388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C2542C"/>
                </a:solidFill>
                <a:latin typeface="Arial"/>
                <a:ea typeface="Arial"/>
                <a:cs typeface="Arial"/>
              </a:defRPr>
            </a:defPPr>
          </a:lstStyle>
          <a:p xmlns:a="http://schemas.openxmlformats.org/drawingml/2006/main">
            <a:pPr>
              <a:defRPr sz="1875" b="0">
                <a:solidFill>
                  <a:srgbClr val="C2542C"/>
                </a:solidFill>
                <a:latin typeface="Arial"/>
                <a:ea typeface="Arial"/>
                <a:cs typeface="Arial"/>
              </a:defRPr>
            </a:pPr>
            <a:r>
              <a:rPr sz="1875" b="0">
                <a:solidFill>
                  <a:srgbClr val="C2542C"/>
                </a:solidFill>
                <a:latin typeface="Arial"/>
                <a:ea typeface="Arial"/>
                <a:cs typeface="Arial"/>
              </a:rPr>
              <a:t>Unknown or custom eligibility needs owner clarification.</a:t>
            </a:r>
          </a:p>
        </p:txBody>
      </p:sp>
    </p:spTree>
    <p:extLst>
      <p:ext uri="{BB962C8B-B14F-4D97-AF65-F5344CB8AC3E}">
        <p14:creationId xmlns:p14="http://schemas.microsoft.com/office/powerpoint/2010/main" val="1028346461"/>
      </p:ext>
    </p:extLst>
  </p:cSld>
</p:sld>
</file>

<file path=ppt/slides/slide14.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71A9E4F-6A74-4225-9E12-B874FE82DDDD}"/>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Shadow normalization preserves displayed text</a:t>
            </a:r>
          </a:p>
        </p:txBody>
      </p:sp>
      <p:sp>
        <p:nvSpPr>
          <p:cNvPr id="2" name="text-1">
            <a:extLst xmlns:a="http://schemas.openxmlformats.org/drawingml/2006/main">
              <a:ext uri="{FF2B5EF4-FFF2-40B4-BE49-F238E27FC236}">
                <a16:creationId xmlns:a16="http://schemas.microsoft.com/office/drawing/2014/main" id="{D8A87DB3-C224-4D67-91B3-76F8FCCA5C94}"/>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14</a:t>
            </a:r>
          </a:p>
        </p:txBody>
      </p:sp>
      <p:sp>
        <p:nvSpPr>
          <p:cNvPr id="3" name="text-2">
            <a:extLst xmlns:a="http://schemas.openxmlformats.org/drawingml/2006/main">
              <a:ext uri="{FF2B5EF4-FFF2-40B4-BE49-F238E27FC236}">
                <a16:creationId xmlns:a16="http://schemas.microsoft.com/office/drawing/2014/main" id="{BDCF7AA9-679C-48D5-896F-8CD68C83F3B3}"/>
              </a:ext>
            </a:extLst>
          </p:cNvPr>
          <p:cNvSpPr>
            <a:spLocks xmlns:a="http://schemas.openxmlformats.org/drawingml/2006/main" noGrp="1"/>
          </p:cNvSpPr>
          <p:nvPr/>
        </p:nvSpPr>
        <p:spPr>
          <a:xfrm xmlns:a="http://schemas.openxmlformats.org/drawingml/2006/main">
            <a:off x="685800" y="16764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3F35"/>
                </a:solidFill>
                <a:latin typeface="Arial"/>
                <a:ea typeface="Arial"/>
                <a:cs typeface="Arial"/>
              </a:defRPr>
            </a:defPPr>
          </a:lstStyle>
          <a:p xmlns:a="http://schemas.openxmlformats.org/drawingml/2006/main">
            <a:pPr>
              <a:defRPr sz="2175" b="1">
                <a:solidFill>
                  <a:srgbClr val="203F35"/>
                </a:solidFill>
                <a:latin typeface="Arial"/>
                <a:ea typeface="Arial"/>
                <a:cs typeface="Arial"/>
              </a:defRPr>
            </a:pPr>
            <a:r>
              <a:rPr sz="2175" b="1">
                <a:solidFill>
                  <a:srgbClr val="203F35"/>
                </a:solidFill>
                <a:latin typeface="Arial"/>
                <a:ea typeface="Arial"/>
                <a:cs typeface="Arial"/>
              </a:rPr>
              <a:t>Original text contains an invisible separator</a:t>
            </a:r>
          </a:p>
        </p:txBody>
      </p:sp>
      <p:sp>
        <p:nvSpPr>
          <p:cNvPr id="4" name="text-3">
            <a:extLst xmlns:a="http://schemas.openxmlformats.org/drawingml/2006/main">
              <a:ext uri="{FF2B5EF4-FFF2-40B4-BE49-F238E27FC236}">
                <a16:creationId xmlns:a16="http://schemas.microsoft.com/office/drawing/2014/main" id="{42D2D7DF-7931-4145-8DFB-E5EE67DE8959}"/>
              </a:ext>
            </a:extLst>
          </p:cNvPr>
          <p:cNvSpPr>
            <a:spLocks xmlns:a="http://schemas.openxmlformats.org/drawingml/2006/main" noGrp="1"/>
          </p:cNvSpPr>
          <p:nvPr/>
        </p:nvSpPr>
        <p:spPr>
          <a:xfrm xmlns:a="http://schemas.openxmlformats.org/drawingml/2006/main">
            <a:off x="685800" y="22383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0">
                <a:solidFill>
                  <a:srgbClr val="203F35"/>
                </a:solidFill>
                <a:latin typeface="Noto Sans Kannada"/>
                <a:ea typeface="Noto Sans Kannada"/>
                <a:cs typeface="Noto Sans Kannada"/>
              </a:defRPr>
            </a:defPPr>
          </a:lstStyle>
          <a:p xmlns:a="http://schemas.openxmlformats.org/drawingml/2006/main">
            <a:pPr>
              <a:defRPr sz="3000" b="0">
                <a:solidFill>
                  <a:srgbClr val="203F35"/>
                </a:solidFill>
                <a:latin typeface="Noto Sans Kannada"/>
                <a:ea typeface="Noto Sans Kannada"/>
                <a:cs typeface="Noto Sans Kannada"/>
              </a:defRPr>
            </a:pPr>
            <a:r>
              <a:rPr sz="3000" b="0">
                <a:solidFill>
                  <a:srgbClr val="203F35"/>
                </a:solidFill>
                <a:latin typeface="Noto Sans Kannada"/>
                <a:ea typeface="Noto Sans Kannada"/>
                <a:cs typeface="Noto Sans Kannada"/>
              </a:rPr>
              <a:t>೨​೫% ರಿಯಾಯಿತಿ</a:t>
            </a:r>
          </a:p>
        </p:txBody>
      </p:sp>
      <p:sp>
        <p:nvSpPr>
          <p:cNvPr id="5" name="text-4">
            <a:extLst xmlns:a="http://schemas.openxmlformats.org/drawingml/2006/main">
              <a:ext uri="{FF2B5EF4-FFF2-40B4-BE49-F238E27FC236}">
                <a16:creationId xmlns:a16="http://schemas.microsoft.com/office/drawing/2014/main" id="{2BD21AEA-EFE7-4C90-86E3-323E746D77F5}"/>
              </a:ext>
            </a:extLst>
          </p:cNvPr>
          <p:cNvSpPr>
            <a:spLocks xmlns:a="http://schemas.openxmlformats.org/drawingml/2006/main" noGrp="1"/>
          </p:cNvSpPr>
          <p:nvPr/>
        </p:nvSpPr>
        <p:spPr>
          <a:xfrm xmlns:a="http://schemas.openxmlformats.org/drawingml/2006/main">
            <a:off x="685800" y="33623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3F35"/>
                </a:solidFill>
                <a:latin typeface="Arial"/>
                <a:ea typeface="Arial"/>
                <a:cs typeface="Arial"/>
              </a:defRPr>
            </a:defPPr>
          </a:lstStyle>
          <a:p xmlns:a="http://schemas.openxmlformats.org/drawingml/2006/main">
            <a:pPr>
              <a:defRPr sz="2175" b="1">
                <a:solidFill>
                  <a:srgbClr val="203F35"/>
                </a:solidFill>
                <a:latin typeface="Arial"/>
                <a:ea typeface="Arial"/>
                <a:cs typeface="Arial"/>
              </a:defRPr>
            </a:pPr>
            <a:r>
              <a:rPr sz="2175" b="1">
                <a:solidFill>
                  <a:srgbClr val="203F35"/>
                </a:solidFill>
                <a:latin typeface="Arial"/>
                <a:ea typeface="Arial"/>
                <a:cs typeface="Arial"/>
              </a:rPr>
              <a:t>The checker reads 25% in normalized shadow text</a:t>
            </a:r>
          </a:p>
        </p:txBody>
      </p:sp>
      <p:sp>
        <p:nvSpPr>
          <p:cNvPr id="6" name="text-5">
            <a:extLst xmlns:a="http://schemas.openxmlformats.org/drawingml/2006/main">
              <a:ext uri="{FF2B5EF4-FFF2-40B4-BE49-F238E27FC236}">
                <a16:creationId xmlns:a16="http://schemas.microsoft.com/office/drawing/2014/main" id="{89E42716-69C9-4D8F-BFF9-A65F58DAA893}"/>
              </a:ext>
            </a:extLst>
          </p:cNvPr>
          <p:cNvSpPr>
            <a:spLocks xmlns:a="http://schemas.openxmlformats.org/drawingml/2006/main" noGrp="1"/>
          </p:cNvSpPr>
          <p:nvPr/>
        </p:nvSpPr>
        <p:spPr>
          <a:xfrm xmlns:a="http://schemas.openxmlformats.org/drawingml/2006/main">
            <a:off x="685800" y="39909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C2542C"/>
                </a:solidFill>
                <a:latin typeface="Arial"/>
                <a:ea typeface="Arial"/>
                <a:cs typeface="Arial"/>
              </a:defRPr>
            </a:defPPr>
          </a:lstStyle>
          <a:p xmlns:a="http://schemas.openxmlformats.org/drawingml/2006/main">
            <a:pPr>
              <a:defRPr sz="2250" b="0">
                <a:solidFill>
                  <a:srgbClr val="C2542C"/>
                </a:solidFill>
                <a:latin typeface="Arial"/>
                <a:ea typeface="Arial"/>
                <a:cs typeface="Arial"/>
              </a:defRPr>
            </a:pPr>
            <a:r>
              <a:rPr sz="2250" b="0">
                <a:solidFill>
                  <a:srgbClr val="C2542C"/>
                </a:solidFill>
                <a:latin typeface="Arial"/>
                <a:ea typeface="Arial"/>
                <a:cs typeface="Arial"/>
              </a:rPr>
              <a:t>Original finding range: [0, 4) Unicode code points</a:t>
            </a:r>
          </a:p>
        </p:txBody>
      </p:sp>
      <p:sp>
        <p:nvSpPr>
          <p:cNvPr id="7" name="text-6">
            <a:extLst xmlns:a="http://schemas.openxmlformats.org/drawingml/2006/main">
              <a:ext uri="{FF2B5EF4-FFF2-40B4-BE49-F238E27FC236}">
                <a16:creationId xmlns:a16="http://schemas.microsoft.com/office/drawing/2014/main" id="{A9A4E3E7-D020-45F3-A75F-52FB977BF56E}"/>
              </a:ext>
            </a:extLst>
          </p:cNvPr>
          <p:cNvSpPr>
            <a:spLocks xmlns:a="http://schemas.openxmlformats.org/drawingml/2006/main" noGrp="1"/>
          </p:cNvSpPr>
          <p:nvPr/>
        </p:nvSpPr>
        <p:spPr>
          <a:xfrm xmlns:a="http://schemas.openxmlformats.org/drawingml/2006/main">
            <a:off x="685800" y="5010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66B63"/>
                </a:solidFill>
                <a:latin typeface="Arial"/>
                <a:ea typeface="Arial"/>
                <a:cs typeface="Arial"/>
              </a:defRPr>
            </a:defPPr>
          </a:lstStyle>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Normalization handles decimal digits, case, compatibility forms</a:t>
            </a:r>
          </a:p>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and invisible controls. The displayed Kannada stays unchanged.</a:t>
            </a:r>
          </a:p>
        </p:txBody>
      </p:sp>
    </p:spTree>
    <p:extLst>
      <p:ext uri="{BB962C8B-B14F-4D97-AF65-F5344CB8AC3E}">
        <p14:creationId xmlns:p14="http://schemas.microsoft.com/office/powerpoint/2010/main" val="1956076646"/>
      </p:ext>
    </p:extLst>
  </p:cSld>
</p:sld>
</file>

<file path=ppt/slides/slide15.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6B838BF-AB13-4AE3-A414-E1EEEA02B505}"/>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Examples checked by the actual Guardian code</a:t>
            </a:r>
          </a:p>
        </p:txBody>
      </p:sp>
      <p:sp>
        <p:nvSpPr>
          <p:cNvPr id="2" name="text-1">
            <a:extLst xmlns:a="http://schemas.openxmlformats.org/drawingml/2006/main">
              <a:ext uri="{FF2B5EF4-FFF2-40B4-BE49-F238E27FC236}">
                <a16:creationId xmlns:a16="http://schemas.microsoft.com/office/drawing/2014/main" id="{4F0201E3-7AD9-4B8A-96FC-860B8E884264}"/>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15</a:t>
            </a:r>
          </a:p>
        </p:txBody>
      </p:sp>
      <p:sp>
        <p:nvSpPr>
          <p:cNvPr id="3" name="text-2">
            <a:extLst xmlns:a="http://schemas.openxmlformats.org/drawingml/2006/main">
              <a:ext uri="{FF2B5EF4-FFF2-40B4-BE49-F238E27FC236}">
                <a16:creationId xmlns:a16="http://schemas.microsoft.com/office/drawing/2014/main" id="{9A077CA9-1C7A-4680-B6C9-615B35F7D622}"/>
              </a:ext>
            </a:extLst>
          </p:cNvPr>
          <p:cNvSpPr>
            <a:spLocks xmlns:a="http://schemas.openxmlformats.org/drawingml/2006/main" noGrp="1"/>
          </p:cNvSpPr>
          <p:nvPr/>
        </p:nvSpPr>
        <p:spPr>
          <a:xfrm xmlns:a="http://schemas.openxmlformats.org/drawingml/2006/main">
            <a:off x="685800" y="1790700"/>
            <a:ext cx="609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03F35"/>
                </a:solidFill>
                <a:latin typeface="Arial"/>
                <a:ea typeface="Arial"/>
                <a:cs typeface="Arial"/>
              </a:defRPr>
            </a:defPPr>
          </a:lstStyle>
          <a:p xmlns:a="http://schemas.openxmlformats.org/drawingml/2006/main">
            <a:pPr>
              <a:defRPr sz="2025" b="0">
                <a:solidFill>
                  <a:srgbClr val="203F35"/>
                </a:solidFill>
                <a:latin typeface="Arial"/>
                <a:ea typeface="Arial"/>
                <a:cs typeface="Arial"/>
              </a:defRPr>
            </a:pPr>
            <a:r>
              <a:rPr sz="2025" b="0">
                <a:solidFill>
                  <a:srgbClr val="203F35"/>
                </a:solidFill>
                <a:latin typeface="Arial"/>
                <a:ea typeface="Arial"/>
                <a:cs typeface="Arial"/>
              </a:rPr>
              <a:t>{{OFFER}}</a:t>
            </a:r>
          </a:p>
        </p:txBody>
      </p:sp>
      <p:sp>
        <p:nvSpPr>
          <p:cNvPr id="4" name="text-3">
            <a:extLst xmlns:a="http://schemas.openxmlformats.org/drawingml/2006/main">
              <a:ext uri="{FF2B5EF4-FFF2-40B4-BE49-F238E27FC236}">
                <a16:creationId xmlns:a16="http://schemas.microsoft.com/office/drawing/2014/main" id="{9E8CC2C7-76A2-4DA1-AF6B-EA756FC930CB}"/>
              </a:ext>
            </a:extLst>
          </p:cNvPr>
          <p:cNvSpPr>
            <a:spLocks xmlns:a="http://schemas.openxmlformats.org/drawingml/2006/main" noGrp="1"/>
          </p:cNvSpPr>
          <p:nvPr/>
        </p:nvSpPr>
        <p:spPr>
          <a:xfrm xmlns:a="http://schemas.openxmlformats.org/drawingml/2006/main">
            <a:off x="7239000" y="17907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247354"/>
                </a:solidFill>
                <a:latin typeface="Arial"/>
                <a:ea typeface="Arial"/>
                <a:cs typeface="Arial"/>
              </a:defRPr>
            </a:defPPr>
          </a:lstStyle>
          <a:p xmlns:a="http://schemas.openxmlformats.org/drawingml/2006/main">
            <a:pPr>
              <a:defRPr sz="2025" b="1">
                <a:solidFill>
                  <a:srgbClr val="247354"/>
                </a:solidFill>
                <a:latin typeface="Arial"/>
                <a:ea typeface="Arial"/>
                <a:cs typeface="Arial"/>
              </a:defRPr>
            </a:pPr>
            <a:r>
              <a:rPr sz="2025" b="1">
                <a:solidFill>
                  <a:srgbClr val="247354"/>
                </a:solidFill>
                <a:latin typeface="Arial"/>
                <a:ea typeface="Arial"/>
                <a:cs typeface="Arial"/>
              </a:rPr>
              <a:t>PASS</a:t>
            </a:r>
          </a:p>
        </p:txBody>
      </p:sp>
      <p:sp>
        <p:nvSpPr>
          <p:cNvPr id="5" name="text-4">
            <a:extLst xmlns:a="http://schemas.openxmlformats.org/drawingml/2006/main">
              <a:ext uri="{FF2B5EF4-FFF2-40B4-BE49-F238E27FC236}">
                <a16:creationId xmlns:a16="http://schemas.microsoft.com/office/drawing/2014/main" id="{9FAD1823-E547-4A52-AA62-90E7A6B181C1}"/>
              </a:ext>
            </a:extLst>
          </p:cNvPr>
          <p:cNvSpPr>
            <a:spLocks xmlns:a="http://schemas.openxmlformats.org/drawingml/2006/main" noGrp="1"/>
          </p:cNvSpPr>
          <p:nvPr/>
        </p:nvSpPr>
        <p:spPr>
          <a:xfrm xmlns:a="http://schemas.openxmlformats.org/drawingml/2006/main">
            <a:off x="7239000" y="21526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66B63"/>
                </a:solidFill>
                <a:latin typeface="Arial"/>
                <a:ea typeface="Arial"/>
                <a:cs typeface="Arial"/>
              </a:defRPr>
            </a:defPPr>
          </a:lstStyle>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710C44DD-1833-4B0F-B5A1-C8F0E0826C65}"/>
              </a:ext>
            </a:extLst>
          </p:cNvPr>
          <p:cNvSpPr>
            <a:spLocks xmlns:a="http://schemas.openxmlformats.org/drawingml/2006/main" noGrp="1"/>
          </p:cNvSpPr>
          <p:nvPr/>
        </p:nvSpPr>
        <p:spPr>
          <a:xfrm xmlns:a="http://schemas.openxmlformats.org/drawingml/2006/main">
            <a:off x="685800" y="2609850"/>
            <a:ext cx="609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03F35"/>
                </a:solidFill>
                <a:latin typeface="Arial"/>
                <a:ea typeface="Arial"/>
                <a:cs typeface="Arial"/>
              </a:defRPr>
            </a:defPPr>
          </a:lstStyle>
          <a:p xmlns:a="http://schemas.openxmlformats.org/drawingml/2006/main">
            <a:pPr>
              <a:defRPr sz="2025" b="0">
                <a:solidFill>
                  <a:srgbClr val="203F35"/>
                </a:solidFill>
                <a:latin typeface="Arial"/>
                <a:ea typeface="Arial"/>
                <a:cs typeface="Arial"/>
              </a:defRPr>
            </a:pPr>
            <a:r>
              <a:rPr sz="2025" b="0">
                <a:solidFill>
                  <a:srgbClr val="203F35"/>
                </a:solidFill>
                <a:latin typeface="Arial"/>
                <a:ea typeface="Arial"/>
                <a:cs typeface="Arial"/>
              </a:rPr>
              <a:t>20% off</a:t>
            </a:r>
          </a:p>
        </p:txBody>
      </p:sp>
      <p:sp>
        <p:nvSpPr>
          <p:cNvPr id="7" name="text-6">
            <a:extLst xmlns:a="http://schemas.openxmlformats.org/drawingml/2006/main">
              <a:ext uri="{FF2B5EF4-FFF2-40B4-BE49-F238E27FC236}">
                <a16:creationId xmlns:a16="http://schemas.microsoft.com/office/drawing/2014/main" id="{A4604AFA-9F46-47F6-B31E-C3870F9737CC}"/>
              </a:ext>
            </a:extLst>
          </p:cNvPr>
          <p:cNvSpPr>
            <a:spLocks xmlns:a="http://schemas.openxmlformats.org/drawingml/2006/main" noGrp="1"/>
          </p:cNvSpPr>
          <p:nvPr/>
        </p:nvSpPr>
        <p:spPr>
          <a:xfrm xmlns:a="http://schemas.openxmlformats.org/drawingml/2006/main">
            <a:off x="7239000" y="26098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A43332"/>
                </a:solidFill>
                <a:latin typeface="Arial"/>
                <a:ea typeface="Arial"/>
                <a:cs typeface="Arial"/>
              </a:defRPr>
            </a:defPPr>
          </a:lstStyle>
          <a:p xmlns:a="http://schemas.openxmlformats.org/drawingml/2006/main">
            <a:pPr>
              <a:defRPr sz="2025" b="1">
                <a:solidFill>
                  <a:srgbClr val="A43332"/>
                </a:solidFill>
                <a:latin typeface="Arial"/>
                <a:ea typeface="Arial"/>
                <a:cs typeface="Arial"/>
              </a:defRPr>
            </a:pPr>
            <a:r>
              <a:rPr sz="2025" b="1">
                <a:solidFill>
                  <a:srgbClr val="A43332"/>
                </a:solidFill>
                <a:latin typeface="Arial"/>
                <a:ea typeface="Arial"/>
                <a:cs typeface="Arial"/>
              </a:rPr>
              <a:t>BLOCKED</a:t>
            </a:r>
          </a:p>
        </p:txBody>
      </p:sp>
      <p:sp>
        <p:nvSpPr>
          <p:cNvPr id="8" name="text-7">
            <a:extLst xmlns:a="http://schemas.openxmlformats.org/drawingml/2006/main">
              <a:ext uri="{FF2B5EF4-FFF2-40B4-BE49-F238E27FC236}">
                <a16:creationId xmlns:a16="http://schemas.microsoft.com/office/drawing/2014/main" id="{8F6AFC1C-88B0-4FC7-9EE2-2CCAA9B5F3E2}"/>
              </a:ext>
            </a:extLst>
          </p:cNvPr>
          <p:cNvSpPr>
            <a:spLocks xmlns:a="http://schemas.openxmlformats.org/drawingml/2006/main" noGrp="1"/>
          </p:cNvSpPr>
          <p:nvPr/>
        </p:nvSpPr>
        <p:spPr>
          <a:xfrm xmlns:a="http://schemas.openxmlformats.org/drawingml/2006/main">
            <a:off x="7239000" y="29718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66B63"/>
                </a:solidFill>
                <a:latin typeface="Arial"/>
                <a:ea typeface="Arial"/>
                <a:cs typeface="Arial"/>
              </a:defRPr>
            </a:defPPr>
          </a:lstStyle>
          <a:p xmlns:a="http://schemas.openxmlformats.org/drawingml/2006/main">
            <a:pPr>
              <a:defRPr sz="1725" b="0">
                <a:solidFill>
                  <a:srgbClr val="566B63"/>
                </a:solidFill>
                <a:latin typeface="Arial"/>
                <a:ea typeface="Arial"/>
                <a:cs typeface="Arial"/>
              </a:defRPr>
            </a:pPr>
            <a:r>
              <a:rPr sz="1725" b="0">
                <a:solidFill>
                  <a:srgbClr val="566B63"/>
                </a:solidFill>
                <a:latin typeface="Arial"/>
                <a:ea typeface="Arial"/>
                <a:cs typeface="Arial"/>
              </a:rPr>
              <a:t>G01, G07</a:t>
            </a:r>
          </a:p>
        </p:txBody>
      </p:sp>
      <p:sp>
        <p:nvSpPr>
          <p:cNvPr id="9" name="text-8">
            <a:extLst xmlns:a="http://schemas.openxmlformats.org/drawingml/2006/main">
              <a:ext uri="{FF2B5EF4-FFF2-40B4-BE49-F238E27FC236}">
                <a16:creationId xmlns:a16="http://schemas.microsoft.com/office/drawing/2014/main" id="{2471B866-D29C-4A1F-A1B1-FA765306CD02}"/>
              </a:ext>
            </a:extLst>
          </p:cNvPr>
          <p:cNvSpPr>
            <a:spLocks xmlns:a="http://schemas.openxmlformats.org/drawingml/2006/main" noGrp="1"/>
          </p:cNvSpPr>
          <p:nvPr/>
        </p:nvSpPr>
        <p:spPr>
          <a:xfrm xmlns:a="http://schemas.openxmlformats.org/drawingml/2006/main">
            <a:off x="685800" y="3429000"/>
            <a:ext cx="609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03F35"/>
                </a:solidFill>
                <a:latin typeface="Arial"/>
                <a:ea typeface="Arial"/>
                <a:cs typeface="Arial"/>
              </a:defRPr>
            </a:defPPr>
          </a:lstStyle>
          <a:p xmlns:a="http://schemas.openxmlformats.org/drawingml/2006/main">
            <a:pPr>
              <a:defRPr sz="2025" b="0">
                <a:solidFill>
                  <a:srgbClr val="203F35"/>
                </a:solidFill>
                <a:latin typeface="Arial"/>
                <a:ea typeface="Arial"/>
                <a:cs typeface="Arial"/>
              </a:defRPr>
            </a:pPr>
            <a:r>
              <a:rPr sz="2025" b="0">
                <a:solidFill>
                  <a:srgbClr val="203F35"/>
                </a:solidFill>
                <a:latin typeface="Arial"/>
                <a:ea typeface="Arial"/>
                <a:cs typeface="Arial"/>
              </a:rPr>
              <a:t>not {{OFFER}}</a:t>
            </a:r>
          </a:p>
        </p:txBody>
      </p:sp>
      <p:sp>
        <p:nvSpPr>
          <p:cNvPr id="10" name="text-9">
            <a:extLst xmlns:a="http://schemas.openxmlformats.org/drawingml/2006/main">
              <a:ext uri="{FF2B5EF4-FFF2-40B4-BE49-F238E27FC236}">
                <a16:creationId xmlns:a16="http://schemas.microsoft.com/office/drawing/2014/main" id="{DA0F237B-F836-4155-9FEE-3D5AD1E40BC1}"/>
              </a:ext>
            </a:extLst>
          </p:cNvPr>
          <p:cNvSpPr>
            <a:spLocks xmlns:a="http://schemas.openxmlformats.org/drawingml/2006/main" noGrp="1"/>
          </p:cNvSpPr>
          <p:nvPr/>
        </p:nvSpPr>
        <p:spPr>
          <a:xfrm xmlns:a="http://schemas.openxmlformats.org/drawingml/2006/main">
            <a:off x="7239000" y="34290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A43332"/>
                </a:solidFill>
                <a:latin typeface="Arial"/>
                <a:ea typeface="Arial"/>
                <a:cs typeface="Arial"/>
              </a:defRPr>
            </a:defPPr>
          </a:lstStyle>
          <a:p xmlns:a="http://schemas.openxmlformats.org/drawingml/2006/main">
            <a:pPr>
              <a:defRPr sz="2025" b="1">
                <a:solidFill>
                  <a:srgbClr val="A43332"/>
                </a:solidFill>
                <a:latin typeface="Arial"/>
                <a:ea typeface="Arial"/>
                <a:cs typeface="Arial"/>
              </a:defRPr>
            </a:pPr>
            <a:r>
              <a:rPr sz="2025" b="1">
                <a:solidFill>
                  <a:srgbClr val="A43332"/>
                </a:solidFill>
                <a:latin typeface="Arial"/>
                <a:ea typeface="Arial"/>
                <a:cs typeface="Arial"/>
              </a:rPr>
              <a:t>BLOCKED</a:t>
            </a:r>
          </a:p>
        </p:txBody>
      </p:sp>
      <p:sp>
        <p:nvSpPr>
          <p:cNvPr id="11" name="text-10">
            <a:extLst xmlns:a="http://schemas.openxmlformats.org/drawingml/2006/main">
              <a:ext uri="{FF2B5EF4-FFF2-40B4-BE49-F238E27FC236}">
                <a16:creationId xmlns:a16="http://schemas.microsoft.com/office/drawing/2014/main" id="{EB70DACF-E927-414D-8ED4-57C8A5FCCB3D}"/>
              </a:ext>
            </a:extLst>
          </p:cNvPr>
          <p:cNvSpPr>
            <a:spLocks xmlns:a="http://schemas.openxmlformats.org/drawingml/2006/main" noGrp="1"/>
          </p:cNvSpPr>
          <p:nvPr/>
        </p:nvSpPr>
        <p:spPr>
          <a:xfrm xmlns:a="http://schemas.openxmlformats.org/drawingml/2006/main">
            <a:off x="7239000" y="37909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66B63"/>
                </a:solidFill>
                <a:latin typeface="Arial"/>
                <a:ea typeface="Arial"/>
                <a:cs typeface="Arial"/>
              </a:defRPr>
            </a:defPPr>
          </a:lstStyle>
          <a:p xmlns:a="http://schemas.openxmlformats.org/drawingml/2006/main">
            <a:pPr>
              <a:defRPr sz="1725" b="0">
                <a:solidFill>
                  <a:srgbClr val="566B63"/>
                </a:solidFill>
                <a:latin typeface="Arial"/>
                <a:ea typeface="Arial"/>
                <a:cs typeface="Arial"/>
              </a:defRPr>
            </a:pPr>
            <a:r>
              <a:rPr sz="1725" b="0">
                <a:solidFill>
                  <a:srgbClr val="566B63"/>
                </a:solidFill>
                <a:latin typeface="Arial"/>
                <a:ea typeface="Arial"/>
                <a:cs typeface="Arial"/>
              </a:rPr>
              <a:t>G07, G08</a:t>
            </a:r>
          </a:p>
        </p:txBody>
      </p:sp>
      <p:sp>
        <p:nvSpPr>
          <p:cNvPr id="12" name="text-11">
            <a:extLst xmlns:a="http://schemas.openxmlformats.org/drawingml/2006/main">
              <a:ext uri="{FF2B5EF4-FFF2-40B4-BE49-F238E27FC236}">
                <a16:creationId xmlns:a16="http://schemas.microsoft.com/office/drawing/2014/main" id="{80BD32DD-5A77-4EC0-B107-37D76B296BA3}"/>
              </a:ext>
            </a:extLst>
          </p:cNvPr>
          <p:cNvSpPr>
            <a:spLocks xmlns:a="http://schemas.openxmlformats.org/drawingml/2006/main" noGrp="1"/>
          </p:cNvSpPr>
          <p:nvPr/>
        </p:nvSpPr>
        <p:spPr>
          <a:xfrm xmlns:a="http://schemas.openxmlformats.org/drawingml/2006/main">
            <a:off x="685800" y="4248150"/>
            <a:ext cx="609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03F35"/>
                </a:solidFill>
                <a:latin typeface="Arial"/>
                <a:ea typeface="Arial"/>
                <a:cs typeface="Arial"/>
              </a:defRPr>
            </a:defPPr>
          </a:lstStyle>
          <a:p xmlns:a="http://schemas.openxmlformats.org/drawingml/2006/main">
            <a:pPr>
              <a:defRPr sz="2025" b="0">
                <a:solidFill>
                  <a:srgbClr val="203F35"/>
                </a:solidFill>
                <a:latin typeface="Arial"/>
                <a:ea typeface="Arial"/>
                <a:cs typeface="Arial"/>
              </a:defRPr>
            </a:pPr>
            <a:r>
              <a:rPr sz="2025" b="0">
                <a:solidFill>
                  <a:srgbClr val="203F35"/>
                </a:solidFill>
                <a:latin typeface="Arial"/>
                <a:ea typeface="Arial"/>
                <a:cs typeface="Arial"/>
              </a:rPr>
              <a:t>no ID needed</a:t>
            </a:r>
          </a:p>
        </p:txBody>
      </p:sp>
      <p:sp>
        <p:nvSpPr>
          <p:cNvPr id="13" name="text-12">
            <a:extLst xmlns:a="http://schemas.openxmlformats.org/drawingml/2006/main">
              <a:ext uri="{FF2B5EF4-FFF2-40B4-BE49-F238E27FC236}">
                <a16:creationId xmlns:a16="http://schemas.microsoft.com/office/drawing/2014/main" id="{4D86EDB7-026A-442F-A456-C167C282D12B}"/>
              </a:ext>
            </a:extLst>
          </p:cNvPr>
          <p:cNvSpPr>
            <a:spLocks xmlns:a="http://schemas.openxmlformats.org/drawingml/2006/main" noGrp="1"/>
          </p:cNvSpPr>
          <p:nvPr/>
        </p:nvSpPr>
        <p:spPr>
          <a:xfrm xmlns:a="http://schemas.openxmlformats.org/drawingml/2006/main">
            <a:off x="7239000" y="42481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A43332"/>
                </a:solidFill>
                <a:latin typeface="Arial"/>
                <a:ea typeface="Arial"/>
                <a:cs typeface="Arial"/>
              </a:defRPr>
            </a:defPPr>
          </a:lstStyle>
          <a:p xmlns:a="http://schemas.openxmlformats.org/drawingml/2006/main">
            <a:pPr>
              <a:defRPr sz="2025" b="1">
                <a:solidFill>
                  <a:srgbClr val="A43332"/>
                </a:solidFill>
                <a:latin typeface="Arial"/>
                <a:ea typeface="Arial"/>
                <a:cs typeface="Arial"/>
              </a:defRPr>
            </a:pPr>
            <a:r>
              <a:rPr sz="2025" b="1">
                <a:solidFill>
                  <a:srgbClr val="A43332"/>
                </a:solidFill>
                <a:latin typeface="Arial"/>
                <a:ea typeface="Arial"/>
                <a:cs typeface="Arial"/>
              </a:rPr>
              <a:t>BLOCKED</a:t>
            </a:r>
          </a:p>
        </p:txBody>
      </p:sp>
      <p:sp>
        <p:nvSpPr>
          <p:cNvPr id="14" name="text-13">
            <a:extLst xmlns:a="http://schemas.openxmlformats.org/drawingml/2006/main">
              <a:ext uri="{FF2B5EF4-FFF2-40B4-BE49-F238E27FC236}">
                <a16:creationId xmlns:a16="http://schemas.microsoft.com/office/drawing/2014/main" id="{AB402EBF-184E-4552-82CE-5DDB70E8FE44}"/>
              </a:ext>
            </a:extLst>
          </p:cNvPr>
          <p:cNvSpPr>
            <a:spLocks xmlns:a="http://schemas.openxmlformats.org/drawingml/2006/main" noGrp="1"/>
          </p:cNvSpPr>
          <p:nvPr/>
        </p:nvSpPr>
        <p:spPr>
          <a:xfrm xmlns:a="http://schemas.openxmlformats.org/drawingml/2006/main">
            <a:off x="7239000" y="46101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66B63"/>
                </a:solidFill>
                <a:latin typeface="Arial"/>
                <a:ea typeface="Arial"/>
                <a:cs typeface="Arial"/>
              </a:defRPr>
            </a:defPPr>
          </a:lstStyle>
          <a:p xmlns:a="http://schemas.openxmlformats.org/drawingml/2006/main">
            <a:pPr>
              <a:defRPr sz="1725" b="0">
                <a:solidFill>
                  <a:srgbClr val="566B63"/>
                </a:solidFill>
                <a:latin typeface="Arial"/>
                <a:ea typeface="Arial"/>
                <a:cs typeface="Arial"/>
              </a:defRPr>
            </a:pPr>
            <a:r>
              <a:rPr sz="1725" b="0">
                <a:solidFill>
                  <a:srgbClr val="566B63"/>
                </a:solidFill>
                <a:latin typeface="Arial"/>
                <a:ea typeface="Arial"/>
                <a:cs typeface="Arial"/>
              </a:rPr>
              <a:t>G07, G09</a:t>
            </a:r>
          </a:p>
        </p:txBody>
      </p:sp>
      <p:sp>
        <p:nvSpPr>
          <p:cNvPr id="15" name="text-14">
            <a:extLst xmlns:a="http://schemas.openxmlformats.org/drawingml/2006/main">
              <a:ext uri="{FF2B5EF4-FFF2-40B4-BE49-F238E27FC236}">
                <a16:creationId xmlns:a16="http://schemas.microsoft.com/office/drawing/2014/main" id="{072DE839-26C5-4E3A-8D91-2D52C49B3C32}"/>
              </a:ext>
            </a:extLst>
          </p:cNvPr>
          <p:cNvSpPr>
            <a:spLocks xmlns:a="http://schemas.openxmlformats.org/drawingml/2006/main" noGrp="1"/>
          </p:cNvSpPr>
          <p:nvPr/>
        </p:nvSpPr>
        <p:spPr>
          <a:xfrm xmlns:a="http://schemas.openxmlformats.org/drawingml/2006/main">
            <a:off x="685800" y="5067300"/>
            <a:ext cx="609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03F35"/>
                </a:solidFill>
                <a:latin typeface="Arial"/>
                <a:ea typeface="Arial"/>
                <a:cs typeface="Arial"/>
              </a:defRPr>
            </a:defPPr>
          </a:lstStyle>
          <a:p xmlns:a="http://schemas.openxmlformats.org/drawingml/2006/main">
            <a:pPr>
              <a:defRPr sz="2025" b="0">
                <a:solidFill>
                  <a:srgbClr val="203F35"/>
                </a:solidFill>
                <a:latin typeface="Arial"/>
                <a:ea typeface="Arial"/>
                <a:cs typeface="Arial"/>
              </a:defRPr>
            </a:pPr>
            <a:r>
              <a:rPr sz="2025" b="0">
                <a:solidFill>
                  <a:srgbClr val="203F35"/>
                </a:solidFill>
                <a:latin typeface="Arial"/>
                <a:ea typeface="Arial"/>
                <a:cs typeface="Arial"/>
              </a:rPr>
              <a:t>Complete asset, no reader</a:t>
            </a:r>
          </a:p>
        </p:txBody>
      </p:sp>
      <p:sp>
        <p:nvSpPr>
          <p:cNvPr id="16" name="text-15">
            <a:extLst xmlns:a="http://schemas.openxmlformats.org/drawingml/2006/main">
              <a:ext uri="{FF2B5EF4-FFF2-40B4-BE49-F238E27FC236}">
                <a16:creationId xmlns:a16="http://schemas.microsoft.com/office/drawing/2014/main" id="{2D7F621F-FDBB-470F-92EB-0C11CA657CB6}"/>
              </a:ext>
            </a:extLst>
          </p:cNvPr>
          <p:cNvSpPr>
            <a:spLocks xmlns:a="http://schemas.openxmlformats.org/drawingml/2006/main" noGrp="1"/>
          </p:cNvSpPr>
          <p:nvPr/>
        </p:nvSpPr>
        <p:spPr>
          <a:xfrm xmlns:a="http://schemas.openxmlformats.org/drawingml/2006/main">
            <a:off x="7239000" y="50673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C2542C"/>
                </a:solidFill>
                <a:latin typeface="Arial"/>
                <a:ea typeface="Arial"/>
                <a:cs typeface="Arial"/>
              </a:defRPr>
            </a:defPPr>
          </a:lstStyle>
          <a:p xmlns:a="http://schemas.openxmlformats.org/drawingml/2006/main">
            <a:pPr>
              <a:defRPr sz="2025" b="1">
                <a:solidFill>
                  <a:srgbClr val="C2542C"/>
                </a:solidFill>
                <a:latin typeface="Arial"/>
                <a:ea typeface="Arial"/>
                <a:cs typeface="Arial"/>
              </a:defRPr>
            </a:pPr>
            <a:r>
              <a:rPr sz="2025" b="1">
                <a:solidFill>
                  <a:srgbClr val="C2542C"/>
                </a:solidFill>
                <a:latin typeface="Arial"/>
                <a:ea typeface="Arial"/>
                <a:cs typeface="Arial"/>
              </a:rPr>
              <a:t>INCOMPLETE</a:t>
            </a:r>
          </a:p>
        </p:txBody>
      </p:sp>
      <p:sp>
        <p:nvSpPr>
          <p:cNvPr id="17" name="text-16">
            <a:extLst xmlns:a="http://schemas.openxmlformats.org/drawingml/2006/main">
              <a:ext uri="{FF2B5EF4-FFF2-40B4-BE49-F238E27FC236}">
                <a16:creationId xmlns:a16="http://schemas.microsoft.com/office/drawing/2014/main" id="{C2CAC4C2-B699-4CDA-97CA-E93926BBFCA7}"/>
              </a:ext>
            </a:extLst>
          </p:cNvPr>
          <p:cNvSpPr>
            <a:spLocks xmlns:a="http://schemas.openxmlformats.org/drawingml/2006/main" noGrp="1"/>
          </p:cNvSpPr>
          <p:nvPr/>
        </p:nvSpPr>
        <p:spPr>
          <a:xfrm xmlns:a="http://schemas.openxmlformats.org/drawingml/2006/main">
            <a:off x="7239000" y="5429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66B63"/>
                </a:solidFill>
                <a:latin typeface="Arial"/>
                <a:ea typeface="Arial"/>
                <a:cs typeface="Arial"/>
              </a:defRPr>
            </a:defPPr>
          </a:lstStyle>
          <a:p xmlns:a="http://schemas.openxmlformats.org/drawingml/2006/main">
            <a:pPr>
              <a:defRPr sz="1725" b="0">
                <a:solidFill>
                  <a:srgbClr val="566B63"/>
                </a:solidFill>
                <a:latin typeface="Arial"/>
                <a:ea typeface="Arial"/>
                <a:cs typeface="Arial"/>
              </a:defRPr>
            </a:pPr>
            <a:r>
              <a:rPr sz="1725" b="0">
                <a:solidFill>
                  <a:srgbClr val="566B63"/>
                </a:solidFill>
                <a:latin typeface="Arial"/>
                <a:ea typeface="Arial"/>
                <a:cs typeface="Arial"/>
              </a:rPr>
              <a:t>G14</a:t>
            </a:r>
          </a:p>
        </p:txBody>
      </p:sp>
      <p:sp>
        <p:nvSpPr>
          <p:cNvPr id="18" name="text-17">
            <a:extLst xmlns:a="http://schemas.openxmlformats.org/drawingml/2006/main">
              <a:ext uri="{FF2B5EF4-FFF2-40B4-BE49-F238E27FC236}">
                <a16:creationId xmlns:a16="http://schemas.microsoft.com/office/drawing/2014/main" id="{E890EA51-85DC-4D0C-A246-18E913F1879B}"/>
              </a:ext>
            </a:extLst>
          </p:cNvPr>
          <p:cNvSpPr>
            <a:spLocks xmlns:a="http://schemas.openxmlformats.org/drawingml/2006/main" noGrp="1"/>
          </p:cNvSpPr>
          <p:nvPr/>
        </p:nvSpPr>
        <p:spPr>
          <a:xfrm xmlns:a="http://schemas.openxmlformats.org/drawingml/2006/main">
            <a:off x="685800" y="60674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C2542C"/>
                </a:solidFill>
                <a:latin typeface="Arial"/>
                <a:ea typeface="Arial"/>
                <a:cs typeface="Arial"/>
              </a:defRPr>
            </a:defPPr>
          </a:lstStyle>
          <a:p xmlns:a="http://schemas.openxmlformats.org/drawingml/2006/main">
            <a:pPr>
              <a:defRPr sz="1650" b="0">
                <a:solidFill>
                  <a:srgbClr val="C2542C"/>
                </a:solidFill>
                <a:latin typeface="Arial"/>
                <a:ea typeface="Arial"/>
                <a:cs typeface="Arial"/>
              </a:defRPr>
            </a:pPr>
            <a:r>
              <a:rPr sz="1650" b="0">
                <a:solidFill>
                  <a:srgbClr val="C2542C"/>
                </a:solidFill>
                <a:latin typeface="Arial"/>
                <a:ea typeface="Arial"/>
                <a:cs typeface="Arial"/>
              </a:rPr>
              <a:t>Hypothetical fixture: 20% off. These are diagnostic results.</a:t>
            </a:r>
          </a:p>
        </p:txBody>
      </p:sp>
    </p:spTree>
    <p:extLst>
      <p:ext uri="{BB962C8B-B14F-4D97-AF65-F5344CB8AC3E}">
        <p14:creationId xmlns:p14="http://schemas.microsoft.com/office/powerpoint/2010/main" val="1047886830"/>
      </p:ext>
    </p:extLst>
  </p:cSld>
</p:sld>
</file>

<file path=ppt/slides/slide16.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C25F55E-0CF5-46D6-9F36-C09BCEFD53B1}"/>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Guardian reports and status</a:t>
            </a:r>
          </a:p>
        </p:txBody>
      </p:sp>
      <p:sp>
        <p:nvSpPr>
          <p:cNvPr id="2" name="text-1">
            <a:extLst xmlns:a="http://schemas.openxmlformats.org/drawingml/2006/main">
              <a:ext uri="{FF2B5EF4-FFF2-40B4-BE49-F238E27FC236}">
                <a16:creationId xmlns:a16="http://schemas.microsoft.com/office/drawing/2014/main" id="{560E83EC-2BF3-4D50-B62C-6902F7F96E07}"/>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16</a:t>
            </a:r>
          </a:p>
        </p:txBody>
      </p:sp>
      <p:sp>
        <p:nvSpPr>
          <p:cNvPr id="3" name="text-2">
            <a:extLst xmlns:a="http://schemas.openxmlformats.org/drawingml/2006/main">
              <a:ext uri="{FF2B5EF4-FFF2-40B4-BE49-F238E27FC236}">
                <a16:creationId xmlns:a16="http://schemas.microsoft.com/office/drawing/2014/main" id="{C4004418-5EBF-4DFD-AA59-F052B6440EE7}"/>
              </a:ext>
            </a:extLst>
          </p:cNvPr>
          <p:cNvSpPr>
            <a:spLocks xmlns:a="http://schemas.openxmlformats.org/drawingml/2006/main" noGrp="1"/>
          </p:cNvSpPr>
          <p:nvPr/>
        </p:nvSpPr>
        <p:spPr>
          <a:xfrm xmlns:a="http://schemas.openxmlformats.org/drawingml/2006/main">
            <a:off x="685800" y="1771650"/>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247354"/>
                </a:solidFill>
                <a:latin typeface="Arial"/>
                <a:ea typeface="Arial"/>
                <a:cs typeface="Arial"/>
              </a:defRPr>
            </a:defPPr>
          </a:lstStyle>
          <a:p xmlns:a="http://schemas.openxmlformats.org/drawingml/2006/main">
            <a:pPr>
              <a:defRPr sz="2475" b="1">
                <a:solidFill>
                  <a:srgbClr val="247354"/>
                </a:solidFill>
                <a:latin typeface="Arial"/>
                <a:ea typeface="Arial"/>
                <a:cs typeface="Arial"/>
              </a:defRPr>
            </a:pPr>
            <a:r>
              <a:rPr sz="2475" b="1">
                <a:solidFill>
                  <a:srgbClr val="247354"/>
                </a:solidFill>
                <a:latin typeface="Arial"/>
                <a:ea typeface="Arial"/>
                <a:cs typeface="Arial"/>
              </a:rPr>
              <a:t>PASS</a:t>
            </a:r>
          </a:p>
        </p:txBody>
      </p:sp>
      <p:sp>
        <p:nvSpPr>
          <p:cNvPr id="4" name="text-3">
            <a:extLst xmlns:a="http://schemas.openxmlformats.org/drawingml/2006/main">
              <a:ext uri="{FF2B5EF4-FFF2-40B4-BE49-F238E27FC236}">
                <a16:creationId xmlns:a16="http://schemas.microsoft.com/office/drawing/2014/main" id="{A72554D7-2273-4B11-8D83-8F52F98DBD2C}"/>
              </a:ext>
            </a:extLst>
          </p:cNvPr>
          <p:cNvSpPr>
            <a:spLocks xmlns:a="http://schemas.openxmlformats.org/drawingml/2006/main" noGrp="1"/>
          </p:cNvSpPr>
          <p:nvPr/>
        </p:nvSpPr>
        <p:spPr>
          <a:xfrm xmlns:a="http://schemas.openxmlformats.org/drawingml/2006/main">
            <a:off x="3838575" y="1771650"/>
            <a:ext cx="7524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66B63"/>
                </a:solidFill>
                <a:latin typeface="Arial"/>
                <a:ea typeface="Arial"/>
                <a:cs typeface="Arial"/>
              </a:defRPr>
            </a:defPPr>
          </a:lstStyle>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Applicable diagnostic checks completed without a block</a:t>
            </a:r>
          </a:p>
        </p:txBody>
      </p:sp>
      <p:sp>
        <p:nvSpPr>
          <p:cNvPr id="5" name="text-4">
            <a:extLst xmlns:a="http://schemas.openxmlformats.org/drawingml/2006/main">
              <a:ext uri="{FF2B5EF4-FFF2-40B4-BE49-F238E27FC236}">
                <a16:creationId xmlns:a16="http://schemas.microsoft.com/office/drawing/2014/main" id="{A42363F1-85F8-47BF-A69D-D5E1C9858529}"/>
              </a:ext>
            </a:extLst>
          </p:cNvPr>
          <p:cNvSpPr>
            <a:spLocks xmlns:a="http://schemas.openxmlformats.org/drawingml/2006/main" noGrp="1"/>
          </p:cNvSpPr>
          <p:nvPr/>
        </p:nvSpPr>
        <p:spPr>
          <a:xfrm xmlns:a="http://schemas.openxmlformats.org/drawingml/2006/main">
            <a:off x="685800" y="2847975"/>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A43332"/>
                </a:solidFill>
                <a:latin typeface="Arial"/>
                <a:ea typeface="Arial"/>
                <a:cs typeface="Arial"/>
              </a:defRPr>
            </a:defPPr>
          </a:lstStyle>
          <a:p xmlns:a="http://schemas.openxmlformats.org/drawingml/2006/main">
            <a:pPr>
              <a:defRPr sz="2475" b="1">
                <a:solidFill>
                  <a:srgbClr val="A43332"/>
                </a:solidFill>
                <a:latin typeface="Arial"/>
                <a:ea typeface="Arial"/>
                <a:cs typeface="Arial"/>
              </a:defRPr>
            </a:pPr>
            <a:r>
              <a:rPr sz="2475" b="1">
                <a:solidFill>
                  <a:srgbClr val="A43332"/>
                </a:solidFill>
                <a:latin typeface="Arial"/>
                <a:ea typeface="Arial"/>
                <a:cs typeface="Arial"/>
              </a:rPr>
              <a:t>BLOCKED</a:t>
            </a:r>
          </a:p>
        </p:txBody>
      </p:sp>
      <p:sp>
        <p:nvSpPr>
          <p:cNvPr id="6" name="text-5">
            <a:extLst xmlns:a="http://schemas.openxmlformats.org/drawingml/2006/main">
              <a:ext uri="{FF2B5EF4-FFF2-40B4-BE49-F238E27FC236}">
                <a16:creationId xmlns:a16="http://schemas.microsoft.com/office/drawing/2014/main" id="{3EDB0A5F-9B68-4D65-9040-16EEF49A0BB6}"/>
              </a:ext>
            </a:extLst>
          </p:cNvPr>
          <p:cNvSpPr>
            <a:spLocks xmlns:a="http://schemas.openxmlformats.org/drawingml/2006/main" noGrp="1"/>
          </p:cNvSpPr>
          <p:nvPr/>
        </p:nvSpPr>
        <p:spPr>
          <a:xfrm xmlns:a="http://schemas.openxmlformats.org/drawingml/2006/main">
            <a:off x="3838575" y="2847975"/>
            <a:ext cx="7524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66B63"/>
                </a:solidFill>
                <a:latin typeface="Arial"/>
                <a:ea typeface="Arial"/>
                <a:cs typeface="Arial"/>
              </a:defRPr>
            </a:defPPr>
          </a:lstStyle>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A BLOCK-severity check failed, even if another check is missing</a:t>
            </a:r>
          </a:p>
        </p:txBody>
      </p:sp>
      <p:sp>
        <p:nvSpPr>
          <p:cNvPr id="7" name="text-6">
            <a:extLst xmlns:a="http://schemas.openxmlformats.org/drawingml/2006/main">
              <a:ext uri="{FF2B5EF4-FFF2-40B4-BE49-F238E27FC236}">
                <a16:creationId xmlns:a16="http://schemas.microsoft.com/office/drawing/2014/main" id="{B4AB59D2-5820-4B5C-96D0-9BDAED9AC147}"/>
              </a:ext>
            </a:extLst>
          </p:cNvPr>
          <p:cNvSpPr>
            <a:spLocks xmlns:a="http://schemas.openxmlformats.org/drawingml/2006/main" noGrp="1"/>
          </p:cNvSpPr>
          <p:nvPr/>
        </p:nvSpPr>
        <p:spPr>
          <a:xfrm xmlns:a="http://schemas.openxmlformats.org/drawingml/2006/main">
            <a:off x="685800" y="3924300"/>
            <a:ext cx="285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C2542C"/>
                </a:solidFill>
                <a:latin typeface="Arial"/>
                <a:ea typeface="Arial"/>
                <a:cs typeface="Arial"/>
              </a:defRPr>
            </a:defPPr>
          </a:lstStyle>
          <a:p xmlns:a="http://schemas.openxmlformats.org/drawingml/2006/main">
            <a:pPr>
              <a:defRPr sz="2475" b="1">
                <a:solidFill>
                  <a:srgbClr val="C2542C"/>
                </a:solidFill>
                <a:latin typeface="Arial"/>
                <a:ea typeface="Arial"/>
                <a:cs typeface="Arial"/>
              </a:defRPr>
            </a:pPr>
            <a:r>
              <a:rPr sz="2475" b="1">
                <a:solidFill>
                  <a:srgbClr val="C2542C"/>
                </a:solidFill>
                <a:latin typeface="Arial"/>
                <a:ea typeface="Arial"/>
                <a:cs typeface="Arial"/>
              </a:rPr>
              <a:t>INCOMPLETE</a:t>
            </a:r>
          </a:p>
        </p:txBody>
      </p:sp>
      <p:sp>
        <p:nvSpPr>
          <p:cNvPr id="8" name="text-7">
            <a:extLst xmlns:a="http://schemas.openxmlformats.org/drawingml/2006/main">
              <a:ext uri="{FF2B5EF4-FFF2-40B4-BE49-F238E27FC236}">
                <a16:creationId xmlns:a16="http://schemas.microsoft.com/office/drawing/2014/main" id="{2C3E0EE1-670C-4BB3-8183-1372BD19CBD7}"/>
              </a:ext>
            </a:extLst>
          </p:cNvPr>
          <p:cNvSpPr>
            <a:spLocks xmlns:a="http://schemas.openxmlformats.org/drawingml/2006/main" noGrp="1"/>
          </p:cNvSpPr>
          <p:nvPr/>
        </p:nvSpPr>
        <p:spPr>
          <a:xfrm xmlns:a="http://schemas.openxmlformats.org/drawingml/2006/main">
            <a:off x="3838575" y="3924300"/>
            <a:ext cx="7524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66B63"/>
                </a:solidFill>
                <a:latin typeface="Arial"/>
                <a:ea typeface="Arial"/>
                <a:cs typeface="Arial"/>
              </a:defRPr>
            </a:defPPr>
          </a:lstStyle>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A mandatory check has no completed result</a:t>
            </a:r>
          </a:p>
        </p:txBody>
      </p:sp>
      <p:sp>
        <p:nvSpPr>
          <p:cNvPr id="9" name="text-8">
            <a:extLst xmlns:a="http://schemas.openxmlformats.org/drawingml/2006/main">
              <a:ext uri="{FF2B5EF4-FFF2-40B4-BE49-F238E27FC236}">
                <a16:creationId xmlns:a16="http://schemas.microsoft.com/office/drawing/2014/main" id="{57C9BE81-F10D-40E9-AC6F-988E3DB1C922}"/>
              </a:ext>
            </a:extLst>
          </p:cNvPr>
          <p:cNvSpPr>
            <a:spLocks xmlns:a="http://schemas.openxmlformats.org/drawingml/2006/main" noGrp="1"/>
          </p:cNvSpPr>
          <p:nvPr/>
        </p:nvSpPr>
        <p:spPr>
          <a:xfrm xmlns:a="http://schemas.openxmlformats.org/drawingml/2006/main">
            <a:off x="685800" y="52482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03F35"/>
                </a:solidFill>
                <a:latin typeface="Arial"/>
                <a:ea typeface="Arial"/>
                <a:cs typeface="Arial"/>
              </a:defRPr>
            </a:defPPr>
          </a:lstStyle>
          <a:p xmlns:a="http://schemas.openxmlformats.org/drawingml/2006/main">
            <a:pPr>
              <a:defRPr sz="2025" b="0">
                <a:solidFill>
                  <a:srgbClr val="203F35"/>
                </a:solidFill>
                <a:latin typeface="Arial"/>
                <a:ea typeface="Arial"/>
                <a:cs typeface="Arial"/>
              </a:defRPr>
            </a:pPr>
            <a:r>
              <a:rPr sz="2025" b="0">
                <a:solidFill>
                  <a:srgbClr val="203F35"/>
                </a:solidFill>
                <a:latin typeface="Arial"/>
                <a:ea typeface="Arial"/>
                <a:cs typeface="Arial"/>
              </a:rPr>
              <a:t>Reports include rule findings, original spans, versions and hashes.</a:t>
            </a:r>
          </a:p>
          <a:p xmlns:a="http://schemas.openxmlformats.org/drawingml/2006/main">
            <a:pPr>
              <a:defRPr sz="2025" b="0">
                <a:solidFill>
                  <a:srgbClr val="203F35"/>
                </a:solidFill>
                <a:latin typeface="Arial"/>
                <a:ea typeface="Arial"/>
                <a:cs typeface="Arial"/>
              </a:defRPr>
            </a:pPr>
            <a:r>
              <a:rPr sz="2025" b="0">
                <a:solidFill>
                  <a:srgbClr val="203F35"/>
                </a:solidFill>
                <a:latin typeface="Arial"/>
                <a:ea typeface="Arial"/>
                <a:cs typeface="Arial"/>
              </a:rPr>
              <a:t>Missing checks keep integrity null. A report cannot grant approval.</a:t>
            </a:r>
          </a:p>
        </p:txBody>
      </p:sp>
    </p:spTree>
    <p:extLst>
      <p:ext uri="{BB962C8B-B14F-4D97-AF65-F5344CB8AC3E}">
        <p14:creationId xmlns:p14="http://schemas.microsoft.com/office/powerpoint/2010/main" val="1159755296"/>
      </p:ext>
    </p:extLst>
  </p:cSld>
</p:sld>
</file>

<file path=ppt/slides/slide17.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1AC3CFB6-7248-46C8-B6E7-82375FE4C74A}"/>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Guardian in the project interface</a:t>
            </a:r>
          </a:p>
        </p:txBody>
      </p:sp>
      <p:sp>
        <p:nvSpPr>
          <p:cNvPr id="2" name="text-1">
            <a:extLst xmlns:a="http://schemas.openxmlformats.org/drawingml/2006/main">
              <a:ext uri="{FF2B5EF4-FFF2-40B4-BE49-F238E27FC236}">
                <a16:creationId xmlns:a16="http://schemas.microsoft.com/office/drawing/2014/main" id="{B1BAE413-526C-4555-9BEE-6CF8C8D165D1}"/>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17</a:t>
            </a:r>
          </a:p>
        </p:txBody>
      </p:sp>
      <p:pic>
        <p:nvPicPr>
          <p:cNvPr id="3" name="">
            <a:extLst xmlns:a="http://schemas.openxmlformats.org/drawingml/2006/main">
              <a:ext uri="{FF2B5EF4-FFF2-40B4-BE49-F238E27FC236}">
                <a16:creationId xmlns:a16="http://schemas.microsoft.com/office/drawing/2014/main" id="{1B3AA3BD-6CC7-48DF-BFDE-9AFCCE1F7D8E}"/>
              </a:ext>
            </a:extLst>
          </p:cNvPr>
          <p:cNvPicPr>
            <a:picLocks xmlns:a="http://schemas.openxmlformats.org/drawingml/2006/main" noChangeAspect="1"/>
          </p:cNvPicPr>
          <p:nvPr/>
        </p:nvPicPr>
        <p:blipFill>
          <a:blip xmlns:r="http://schemas.openxmlformats.org/officeDocument/2006/relationships" xmlns:a="http://schemas.openxmlformats.org/drawingml/2006/main" r:embed="Rec4f07c6774b4131"/>
          <a:stretch xmlns:a="http://schemas.openxmlformats.org/drawingml/2006/main"/>
        </p:blipFill>
        <p:spPr>
          <a:xfrm xmlns:a="http://schemas.openxmlformats.org/drawingml/2006/main">
            <a:off x="4286250" y="1638300"/>
            <a:ext cx="6429375" cy="42862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A9B1C9FB-9F09-4B2F-A0EF-A78942A041F5}"/>
              </a:ext>
            </a:extLst>
          </p:cNvPr>
          <p:cNvSpPr>
            <a:spLocks xmlns:a="http://schemas.openxmlformats.org/drawingml/2006/main" noGrp="1"/>
          </p:cNvSpPr>
          <p:nvPr/>
        </p:nvSpPr>
        <p:spPr>
          <a:xfrm xmlns:a="http://schemas.openxmlformats.org/drawingml/2006/main">
            <a:off x="685800" y="198120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C2542C"/>
                </a:solidFill>
                <a:latin typeface="Arial"/>
                <a:ea typeface="Arial"/>
                <a:cs typeface="Arial"/>
              </a:defRPr>
            </a:defPPr>
          </a:lstStyle>
          <a:p xmlns:a="http://schemas.openxmlformats.org/drawingml/2006/main">
            <a:pPr>
              <a:defRPr sz="2250" b="1">
                <a:solidFill>
                  <a:srgbClr val="C2542C"/>
                </a:solidFill>
                <a:latin typeface="Arial"/>
                <a:ea typeface="Arial"/>
                <a:cs typeface="Arial"/>
              </a:defRPr>
            </a:pPr>
            <a:r>
              <a:rPr sz="2250" b="1">
                <a:solidFill>
                  <a:srgbClr val="C2542C"/>
                </a:solidFill>
                <a:latin typeface="Arial"/>
                <a:ea typeface="Arial"/>
                <a:cs typeface="Arial"/>
              </a:rPr>
              <a:t>Saved MOCK</a:t>
            </a:r>
          </a:p>
          <a:p xmlns:a="http://schemas.openxmlformats.org/drawingml/2006/main">
            <a:pPr>
              <a:defRPr sz="2250" b="1">
                <a:solidFill>
                  <a:srgbClr val="C2542C"/>
                </a:solidFill>
                <a:latin typeface="Arial"/>
                <a:ea typeface="Arial"/>
                <a:cs typeface="Arial"/>
              </a:defRPr>
            </a:pPr>
            <a:r>
              <a:rPr sz="2250" b="1">
                <a:solidFill>
                  <a:srgbClr val="C2542C"/>
                </a:solidFill>
                <a:latin typeface="Arial"/>
                <a:ea typeface="Arial"/>
                <a:cs typeface="Arial"/>
              </a:rPr>
              <a:t>browser evidence</a:t>
            </a:r>
          </a:p>
        </p:txBody>
      </p:sp>
      <p:sp>
        <p:nvSpPr>
          <p:cNvPr id="5" name="text-3">
            <a:extLst xmlns:a="http://schemas.openxmlformats.org/drawingml/2006/main">
              <a:ext uri="{FF2B5EF4-FFF2-40B4-BE49-F238E27FC236}">
                <a16:creationId xmlns:a16="http://schemas.microsoft.com/office/drawing/2014/main" id="{AE7B863D-DBA5-4540-A22C-116737BE06DB}"/>
              </a:ext>
            </a:extLst>
          </p:cNvPr>
          <p:cNvSpPr>
            <a:spLocks xmlns:a="http://schemas.openxmlformats.org/drawingml/2006/main" noGrp="1"/>
          </p:cNvSpPr>
          <p:nvPr/>
        </p:nvSpPr>
        <p:spPr>
          <a:xfrm xmlns:a="http://schemas.openxmlformats.org/drawingml/2006/main">
            <a:off x="685800" y="3143250"/>
            <a:ext cx="2714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66B63"/>
                </a:solidFill>
                <a:latin typeface="Arial"/>
                <a:ea typeface="Arial"/>
                <a:cs typeface="Arial"/>
              </a:defRPr>
            </a:defPPr>
          </a:lstStyle>
          <a:p xmlns:a="http://schemas.openxmlformats.org/drawingml/2006/main">
            <a:pPr>
              <a:defRPr sz="1950" b="0">
                <a:solidFill>
                  <a:srgbClr val="566B63"/>
                </a:solidFill>
                <a:latin typeface="Arial"/>
                <a:ea typeface="Arial"/>
                <a:cs typeface="Arial"/>
              </a:defRPr>
            </a:pPr>
            <a:r>
              <a:rPr sz="1950" b="0">
                <a:solidFill>
                  <a:srgbClr val="566B63"/>
                </a:solidFill>
                <a:latin typeface="Arial"/>
                <a:ea typeface="Arial"/>
                <a:cs typeface="Arial"/>
              </a:rPr>
              <a:t>Select the mode,</a:t>
            </a:r>
          </a:p>
          <a:p xmlns:a="http://schemas.openxmlformats.org/drawingml/2006/main">
            <a:pPr>
              <a:defRPr sz="1950" b="0">
                <a:solidFill>
                  <a:srgbClr val="566B63"/>
                </a:solidFill>
                <a:latin typeface="Arial"/>
                <a:ea typeface="Arial"/>
                <a:cs typeface="Arial"/>
              </a:defRPr>
            </a:pPr>
            <a:r>
              <a:rPr sz="1950" b="0">
                <a:solidFill>
                  <a:srgbClr val="566B63"/>
                </a:solidFill>
                <a:latin typeface="Arial"/>
                <a:ea typeface="Arial"/>
                <a:cs typeface="Arial"/>
              </a:rPr>
              <a:t>language and channel.</a:t>
            </a:r>
          </a:p>
          <a:p xmlns:a="http://schemas.openxmlformats.org/drawingml/2006/main">
            <a:r>
              <a:t/>
            </a:r>
          </a:p>
          <a:p xmlns:a="http://schemas.openxmlformats.org/drawingml/2006/main">
            <a:pPr>
              <a:defRPr sz="1950" b="0">
                <a:solidFill>
                  <a:srgbClr val="566B63"/>
                </a:solidFill>
                <a:latin typeface="Arial"/>
                <a:ea typeface="Arial"/>
                <a:cs typeface="Arial"/>
              </a:defRPr>
            </a:pPr>
            <a:r>
              <a:rPr sz="1950" b="0">
                <a:solidFill>
                  <a:srgbClr val="566B63"/>
                </a:solidFill>
                <a:latin typeface="Arial"/>
                <a:ea typeface="Arial"/>
                <a:cs typeface="Arial"/>
              </a:rPr>
              <a:t>Check the copy.</a:t>
            </a:r>
          </a:p>
          <a:p xmlns:a="http://schemas.openxmlformats.org/drawingml/2006/main">
            <a:pPr>
              <a:defRPr sz="1950" b="0">
                <a:solidFill>
                  <a:srgbClr val="566B63"/>
                </a:solidFill>
                <a:latin typeface="Arial"/>
                <a:ea typeface="Arial"/>
                <a:cs typeface="Arial"/>
              </a:defRPr>
            </a:pPr>
            <a:r>
              <a:rPr sz="1950" b="0">
                <a:solidFill>
                  <a:srgbClr val="566B63"/>
                </a:solidFill>
                <a:latin typeface="Arial"/>
                <a:ea typeface="Arial"/>
                <a:cs typeface="Arial"/>
              </a:rPr>
              <a:t>Review exact findings.</a:t>
            </a:r>
          </a:p>
        </p:txBody>
      </p:sp>
      <p:sp>
        <p:nvSpPr>
          <p:cNvPr id="6" name="text-4">
            <a:extLst xmlns:a="http://schemas.openxmlformats.org/drawingml/2006/main">
              <a:ext uri="{FF2B5EF4-FFF2-40B4-BE49-F238E27FC236}">
                <a16:creationId xmlns:a16="http://schemas.microsoft.com/office/drawing/2014/main" id="{F3EBA843-80C3-4C67-894D-9C0DCEE8F03C}"/>
              </a:ext>
            </a:extLst>
          </p:cNvPr>
          <p:cNvSpPr>
            <a:spLocks xmlns:a="http://schemas.openxmlformats.org/drawingml/2006/main" noGrp="1"/>
          </p:cNvSpPr>
          <p:nvPr/>
        </p:nvSpPr>
        <p:spPr>
          <a:xfrm xmlns:a="http://schemas.openxmlformats.org/drawingml/2006/main">
            <a:off x="685800" y="608647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C2542C"/>
                </a:solidFill>
                <a:latin typeface="Arial"/>
                <a:ea typeface="Arial"/>
                <a:cs typeface="Arial"/>
              </a:defRPr>
            </a:defPPr>
          </a:lstStyle>
          <a:p xmlns:a="http://schemas.openxmlformats.org/drawingml/2006/main">
            <a:pPr>
              <a:defRPr sz="1650" b="0">
                <a:solidFill>
                  <a:srgbClr val="C2542C"/>
                </a:solidFill>
                <a:latin typeface="Arial"/>
                <a:ea typeface="Arial"/>
                <a:cs typeface="Arial"/>
              </a:defRPr>
            </a:pPr>
            <a:r>
              <a:rPr sz="1650" b="0">
                <a:solidFill>
                  <a:srgbClr val="C2542C"/>
                </a:solidFill>
                <a:latin typeface="Arial"/>
                <a:ea typeface="Arial"/>
                <a:cs typeface="Arial"/>
              </a:rPr>
              <a:t>A diagnostic report never grants approval.</a:t>
            </a:r>
          </a:p>
        </p:txBody>
      </p:sp>
    </p:spTree>
    <p:extLst>
      <p:ext uri="{BB962C8B-B14F-4D97-AF65-F5344CB8AC3E}">
        <p14:creationId xmlns:p14="http://schemas.microsoft.com/office/powerpoint/2010/main" val="1850062833"/>
      </p:ext>
    </p:extLst>
  </p:cSld>
</p:sld>
</file>

<file path=ppt/slides/slide18.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D876A33B-31E6-4731-B373-DEF50AB3731A}"/>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Approval and export recheck current evidence</a:t>
            </a:r>
          </a:p>
        </p:txBody>
      </p:sp>
      <p:sp>
        <p:nvSpPr>
          <p:cNvPr id="2" name="text-1">
            <a:extLst xmlns:a="http://schemas.openxmlformats.org/drawingml/2006/main">
              <a:ext uri="{FF2B5EF4-FFF2-40B4-BE49-F238E27FC236}">
                <a16:creationId xmlns:a16="http://schemas.microsoft.com/office/drawing/2014/main" id="{EF43DDAC-1761-409D-92B5-47F077164FEC}"/>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18</a:t>
            </a:r>
          </a:p>
        </p:txBody>
      </p:sp>
      <p:sp>
        <p:nvSpPr>
          <p:cNvPr id="3" name="text-2">
            <a:extLst xmlns:a="http://schemas.openxmlformats.org/drawingml/2006/main">
              <a:ext uri="{FF2B5EF4-FFF2-40B4-BE49-F238E27FC236}">
                <a16:creationId xmlns:a16="http://schemas.microsoft.com/office/drawing/2014/main" id="{681EB422-FAF2-4A23-889A-20A25BDF7F6E}"/>
              </a:ext>
            </a:extLst>
          </p:cNvPr>
          <p:cNvSpPr>
            <a:spLocks xmlns:a="http://schemas.openxmlformats.org/drawingml/2006/main" noGrp="1"/>
          </p:cNvSpPr>
          <p:nvPr/>
        </p:nvSpPr>
        <p:spPr>
          <a:xfrm xmlns:a="http://schemas.openxmlformats.org/drawingml/2006/main">
            <a:off x="685800" y="180022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03F35"/>
                </a:solidFill>
                <a:latin typeface="Arial"/>
                <a:ea typeface="Arial"/>
                <a:cs typeface="Arial"/>
              </a:defRPr>
            </a:defPPr>
          </a:lstStyle>
          <a:p xmlns:a="http://schemas.openxmlformats.org/drawingml/2006/main">
            <a:pPr>
              <a:defRPr sz="2325" b="1">
                <a:solidFill>
                  <a:srgbClr val="203F35"/>
                </a:solidFill>
                <a:latin typeface="Arial"/>
                <a:ea typeface="Arial"/>
                <a:cs typeface="Arial"/>
              </a:defRPr>
            </a:pPr>
            <a:r>
              <a:rPr sz="2325" b="1">
                <a:solidFill>
                  <a:srgbClr val="203F35"/>
                </a:solidFill>
                <a:latin typeface="Arial"/>
                <a:ea typeface="Arial"/>
                <a:cs typeface="Arial"/>
              </a:rPr>
              <a:t>Current item</a:t>
            </a:r>
          </a:p>
        </p:txBody>
      </p:sp>
      <p:sp>
        <p:nvSpPr>
          <p:cNvPr id="4" name="text-3">
            <a:extLst xmlns:a="http://schemas.openxmlformats.org/drawingml/2006/main">
              <a:ext uri="{FF2B5EF4-FFF2-40B4-BE49-F238E27FC236}">
                <a16:creationId xmlns:a16="http://schemas.microsoft.com/office/drawing/2014/main" id="{C4F627E0-3A55-442C-AFBF-FB7036CDB3EE}"/>
              </a:ext>
            </a:extLst>
          </p:cNvPr>
          <p:cNvSpPr>
            <a:spLocks xmlns:a="http://schemas.openxmlformats.org/drawingml/2006/main" noGrp="1"/>
          </p:cNvSpPr>
          <p:nvPr/>
        </p:nvSpPr>
        <p:spPr>
          <a:xfrm xmlns:a="http://schemas.openxmlformats.org/drawingml/2006/main">
            <a:off x="4381500" y="1800225"/>
            <a:ext cx="700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66B63"/>
                </a:solidFill>
                <a:latin typeface="Arial"/>
                <a:ea typeface="Arial"/>
                <a:cs typeface="Arial"/>
              </a:defRPr>
            </a:defPPr>
          </a:lstStyle>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Stored content, dependency versions and source payload match</a:t>
            </a:r>
          </a:p>
        </p:txBody>
      </p:sp>
      <p:sp>
        <p:nvSpPr>
          <p:cNvPr id="5" name="text-4">
            <a:extLst xmlns:a="http://schemas.openxmlformats.org/drawingml/2006/main">
              <a:ext uri="{FF2B5EF4-FFF2-40B4-BE49-F238E27FC236}">
                <a16:creationId xmlns:a16="http://schemas.microsoft.com/office/drawing/2014/main" id="{F2DF5BA4-8D22-429B-86B8-EA78540E7809}"/>
              </a:ext>
            </a:extLst>
          </p:cNvPr>
          <p:cNvSpPr>
            <a:spLocks xmlns:a="http://schemas.openxmlformats.org/drawingml/2006/main" noGrp="1"/>
          </p:cNvSpPr>
          <p:nvPr/>
        </p:nvSpPr>
        <p:spPr>
          <a:xfrm xmlns:a="http://schemas.openxmlformats.org/drawingml/2006/main">
            <a:off x="685800" y="282892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03F35"/>
                </a:solidFill>
                <a:latin typeface="Arial"/>
                <a:ea typeface="Arial"/>
                <a:cs typeface="Arial"/>
              </a:defRPr>
            </a:defPPr>
          </a:lstStyle>
          <a:p xmlns:a="http://schemas.openxmlformats.org/drawingml/2006/main">
            <a:pPr>
              <a:defRPr sz="2325" b="1">
                <a:solidFill>
                  <a:srgbClr val="203F35"/>
                </a:solidFill>
                <a:latin typeface="Arial"/>
                <a:ea typeface="Arial"/>
                <a:cs typeface="Arial"/>
              </a:defRPr>
            </a:pPr>
            <a:r>
              <a:rPr sz="2325" b="1">
                <a:solidFill>
                  <a:srgbClr val="203F35"/>
                </a:solidFill>
                <a:latin typeface="Arial"/>
                <a:ea typeface="Arial"/>
                <a:cs typeface="Arial"/>
              </a:rPr>
              <a:t>Complete audit</a:t>
            </a:r>
          </a:p>
        </p:txBody>
      </p:sp>
      <p:sp>
        <p:nvSpPr>
          <p:cNvPr id="6" name="text-5">
            <a:extLst xmlns:a="http://schemas.openxmlformats.org/drawingml/2006/main">
              <a:ext uri="{FF2B5EF4-FFF2-40B4-BE49-F238E27FC236}">
                <a16:creationId xmlns:a16="http://schemas.microsoft.com/office/drawing/2014/main" id="{5585631D-507D-40D8-8542-9425DB7B7198}"/>
              </a:ext>
            </a:extLst>
          </p:cNvPr>
          <p:cNvSpPr>
            <a:spLocks xmlns:a="http://schemas.openxmlformats.org/drawingml/2006/main" noGrp="1"/>
          </p:cNvSpPr>
          <p:nvPr/>
        </p:nvSpPr>
        <p:spPr>
          <a:xfrm xmlns:a="http://schemas.openxmlformats.org/drawingml/2006/main">
            <a:off x="4381500" y="2828925"/>
            <a:ext cx="700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66B63"/>
                </a:solidFill>
                <a:latin typeface="Arial"/>
                <a:ea typeface="Arial"/>
                <a:cs typeface="Arial"/>
              </a:defRPr>
            </a:defPPr>
          </a:lstStyle>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No blocking result and no missing mandatory check</a:t>
            </a:r>
          </a:p>
        </p:txBody>
      </p:sp>
      <p:sp>
        <p:nvSpPr>
          <p:cNvPr id="7" name="text-6">
            <a:extLst xmlns:a="http://schemas.openxmlformats.org/drawingml/2006/main">
              <a:ext uri="{FF2B5EF4-FFF2-40B4-BE49-F238E27FC236}">
                <a16:creationId xmlns:a16="http://schemas.microsoft.com/office/drawing/2014/main" id="{9543C7A7-91FB-4A3F-AE67-3BF234543BCB}"/>
              </a:ext>
            </a:extLst>
          </p:cNvPr>
          <p:cNvSpPr>
            <a:spLocks xmlns:a="http://schemas.openxmlformats.org/drawingml/2006/main" noGrp="1"/>
          </p:cNvSpPr>
          <p:nvPr/>
        </p:nvSpPr>
        <p:spPr>
          <a:xfrm xmlns:a="http://schemas.openxmlformats.org/drawingml/2006/main">
            <a:off x="685800" y="385762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03F35"/>
                </a:solidFill>
                <a:latin typeface="Arial"/>
                <a:ea typeface="Arial"/>
                <a:cs typeface="Arial"/>
              </a:defRPr>
            </a:defPPr>
          </a:lstStyle>
          <a:p xmlns:a="http://schemas.openxmlformats.org/drawingml/2006/main">
            <a:pPr>
              <a:defRPr sz="2325" b="1">
                <a:solidFill>
                  <a:srgbClr val="203F35"/>
                </a:solidFill>
                <a:latin typeface="Arial"/>
                <a:ea typeface="Arial"/>
                <a:cs typeface="Arial"/>
              </a:defRPr>
            </a:pPr>
            <a:r>
              <a:rPr sz="2325" b="1">
                <a:solidFill>
                  <a:srgbClr val="203F35"/>
                </a:solidFill>
                <a:latin typeface="Arial"/>
                <a:ea typeface="Arial"/>
                <a:cs typeface="Arial"/>
              </a:rPr>
              <a:t>Owner review</a:t>
            </a:r>
          </a:p>
        </p:txBody>
      </p:sp>
      <p:sp>
        <p:nvSpPr>
          <p:cNvPr id="8" name="text-7">
            <a:extLst xmlns:a="http://schemas.openxmlformats.org/drawingml/2006/main">
              <a:ext uri="{FF2B5EF4-FFF2-40B4-BE49-F238E27FC236}">
                <a16:creationId xmlns:a16="http://schemas.microsoft.com/office/drawing/2014/main" id="{A98CF1AA-8046-4E79-8BAF-F5DEF48CE330}"/>
              </a:ext>
            </a:extLst>
          </p:cNvPr>
          <p:cNvSpPr>
            <a:spLocks xmlns:a="http://schemas.openxmlformats.org/drawingml/2006/main" noGrp="1"/>
          </p:cNvSpPr>
          <p:nvPr/>
        </p:nvSpPr>
        <p:spPr>
          <a:xfrm xmlns:a="http://schemas.openxmlformats.org/drawingml/2006/main">
            <a:off x="4381500" y="3857625"/>
            <a:ext cx="700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66B63"/>
                </a:solidFill>
                <a:latin typeface="Arial"/>
                <a:ea typeface="Arial"/>
                <a:cs typeface="Arial"/>
              </a:defRPr>
            </a:defPPr>
          </a:lstStyle>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Exact preview hashes, warning acknowledgments, native review</a:t>
            </a:r>
          </a:p>
        </p:txBody>
      </p:sp>
      <p:sp>
        <p:nvSpPr>
          <p:cNvPr id="9" name="text-8">
            <a:extLst xmlns:a="http://schemas.openxmlformats.org/drawingml/2006/main">
              <a:ext uri="{FF2B5EF4-FFF2-40B4-BE49-F238E27FC236}">
                <a16:creationId xmlns:a16="http://schemas.microsoft.com/office/drawing/2014/main" id="{18C26DF2-F099-4DBE-810D-2E6E3CB48440}"/>
              </a:ext>
            </a:extLst>
          </p:cNvPr>
          <p:cNvSpPr>
            <a:spLocks xmlns:a="http://schemas.openxmlformats.org/drawingml/2006/main" noGrp="1"/>
          </p:cNvSpPr>
          <p:nvPr/>
        </p:nvSpPr>
        <p:spPr>
          <a:xfrm xmlns:a="http://schemas.openxmlformats.org/drawingml/2006/main">
            <a:off x="685800" y="488632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03F35"/>
                </a:solidFill>
                <a:latin typeface="Arial"/>
                <a:ea typeface="Arial"/>
                <a:cs typeface="Arial"/>
              </a:defRPr>
            </a:defPPr>
          </a:lstStyle>
          <a:p xmlns:a="http://schemas.openxmlformats.org/drawingml/2006/main">
            <a:pPr>
              <a:defRPr sz="2325" b="1">
                <a:solidFill>
                  <a:srgbClr val="203F35"/>
                </a:solidFill>
                <a:latin typeface="Arial"/>
                <a:ea typeface="Arial"/>
                <a:cs typeface="Arial"/>
              </a:defRPr>
            </a:pPr>
            <a:r>
              <a:rPr sz="2325" b="1">
                <a:solidFill>
                  <a:srgbClr val="203F35"/>
                </a:solidFill>
                <a:latin typeface="Arial"/>
                <a:ea typeface="Arial"/>
                <a:cs typeface="Arial"/>
              </a:rPr>
              <a:t>Exact export</a:t>
            </a:r>
          </a:p>
        </p:txBody>
      </p:sp>
      <p:sp>
        <p:nvSpPr>
          <p:cNvPr id="10" name="text-9">
            <a:extLst xmlns:a="http://schemas.openxmlformats.org/drawingml/2006/main">
              <a:ext uri="{FF2B5EF4-FFF2-40B4-BE49-F238E27FC236}">
                <a16:creationId xmlns:a16="http://schemas.microsoft.com/office/drawing/2014/main" id="{9B23E9AC-AECE-4668-BBFE-B35D83D46BD5}"/>
              </a:ext>
            </a:extLst>
          </p:cNvPr>
          <p:cNvSpPr>
            <a:spLocks xmlns:a="http://schemas.openxmlformats.org/drawingml/2006/main" noGrp="1"/>
          </p:cNvSpPr>
          <p:nvPr/>
        </p:nvSpPr>
        <p:spPr>
          <a:xfrm xmlns:a="http://schemas.openxmlformats.org/drawingml/2006/main">
            <a:off x="4381500" y="4886325"/>
            <a:ext cx="700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66B63"/>
                </a:solidFill>
                <a:latin typeface="Arial"/>
                <a:ea typeface="Arial"/>
                <a:cs typeface="Arial"/>
              </a:defRPr>
            </a:defPPr>
          </a:lstStyle>
          <a:p xmlns:a="http://schemas.openxmlformats.org/drawingml/2006/main">
            <a:pPr>
              <a:defRPr sz="2100" b="0">
                <a:solidFill>
                  <a:srgbClr val="566B63"/>
                </a:solidFill>
                <a:latin typeface="Arial"/>
                <a:ea typeface="Arial"/>
                <a:cs typeface="Arial"/>
              </a:defRPr>
            </a:pPr>
            <a:r>
              <a:rPr sz="2100" b="0">
                <a:solidFill>
                  <a:srgbClr val="566B63"/>
                </a:solidFill>
                <a:latin typeface="Arial"/>
                <a:ea typeface="Arial"/>
                <a:cs typeface="Arial"/>
              </a:rPr>
              <a:t>Artifact bytes, fonts, layout and approval still match</a:t>
            </a:r>
          </a:p>
        </p:txBody>
      </p:sp>
    </p:spTree>
    <p:extLst>
      <p:ext uri="{BB962C8B-B14F-4D97-AF65-F5344CB8AC3E}">
        <p14:creationId xmlns:p14="http://schemas.microsoft.com/office/powerpoint/2010/main" val="1194685656"/>
      </p:ext>
    </p:extLst>
  </p:cSld>
</p:sld>
</file>

<file path=ppt/slides/slide19.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B27C6D7-398E-4ABD-BC5C-18AC9D409BCF}"/>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203F35"/>
                </a:solidFill>
                <a:latin typeface="Arial"/>
                <a:ea typeface="Arial"/>
                <a:cs typeface="Arial"/>
              </a:defRPr>
            </a:defPPr>
          </a:lstStyle>
          <a:p xmlns:a="http://schemas.openxmlformats.org/drawingml/2006/main">
            <a:pPr>
              <a:defRPr sz="3300" b="1">
                <a:solidFill>
                  <a:srgbClr val="203F35"/>
                </a:solidFill>
                <a:latin typeface="Arial"/>
                <a:ea typeface="Arial"/>
                <a:cs typeface="Arial"/>
              </a:defRPr>
            </a:pPr>
            <a:r>
              <a:rPr sz="3300" b="1">
                <a:solidFill>
                  <a:srgbClr val="203F35"/>
                </a:solidFill>
                <a:latin typeface="Arial"/>
                <a:ea typeface="Arial"/>
                <a:cs typeface="Arial"/>
              </a:rPr>
              <a:t>Current limits and release status</a:t>
            </a:r>
          </a:p>
        </p:txBody>
      </p:sp>
      <p:sp>
        <p:nvSpPr>
          <p:cNvPr id="2" name="text-1">
            <a:extLst xmlns:a="http://schemas.openxmlformats.org/drawingml/2006/main">
              <a:ext uri="{FF2B5EF4-FFF2-40B4-BE49-F238E27FC236}">
                <a16:creationId xmlns:a16="http://schemas.microsoft.com/office/drawing/2014/main" id="{E3D1D48C-9FB0-4D38-BDB3-236B0BA151CA}"/>
              </a:ext>
            </a:extLst>
          </p:cNvPr>
          <p:cNvSpPr>
            <a:spLocks xmlns:a="http://schemas.openxmlformats.org/drawingml/2006/main" noGrp="1"/>
          </p:cNvSpPr>
          <p:nvPr/>
        </p:nvSpPr>
        <p:spPr>
          <a:xfrm xmlns:a="http://schemas.openxmlformats.org/drawingml/2006/main">
            <a:off x="11001375" y="63055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63"/>
                </a:solidFill>
                <a:latin typeface="Arial"/>
                <a:ea typeface="Arial"/>
                <a:cs typeface="Arial"/>
              </a:defRPr>
            </a:defPPr>
          </a:lstStyle>
          <a:p xmlns:a="http://schemas.openxmlformats.org/drawingml/2006/main">
            <a:pPr>
              <a:defRPr sz="1350" b="0">
                <a:solidFill>
                  <a:srgbClr val="566B63"/>
                </a:solidFill>
                <a:latin typeface="Arial"/>
                <a:ea typeface="Arial"/>
                <a:cs typeface="Arial"/>
              </a:defRPr>
            </a:pPr>
            <a:r>
              <a:rPr sz="1350" b="0">
                <a:solidFill>
                  <a:srgbClr val="566B63"/>
                </a:solidFill>
                <a:latin typeface="Arial"/>
                <a:ea typeface="Arial"/>
                <a:cs typeface="Arial"/>
              </a:rPr>
              <a:t>19</a:t>
            </a:r>
          </a:p>
        </p:txBody>
      </p:sp>
      <p:sp>
        <p:nvSpPr>
          <p:cNvPr id="3" name="text-2">
            <a:extLst xmlns:a="http://schemas.openxmlformats.org/drawingml/2006/main">
              <a:ext uri="{FF2B5EF4-FFF2-40B4-BE49-F238E27FC236}">
                <a16:creationId xmlns:a16="http://schemas.microsoft.com/office/drawing/2014/main" id="{57275EC8-F5E0-48D0-90C2-58441256A99F}"/>
              </a:ext>
            </a:extLst>
          </p:cNvPr>
          <p:cNvSpPr>
            <a:spLocks xmlns:a="http://schemas.openxmlformats.org/drawingml/2006/main" noGrp="1"/>
          </p:cNvSpPr>
          <p:nvPr/>
        </p:nvSpPr>
        <p:spPr>
          <a:xfrm xmlns:a="http://schemas.openxmlformats.org/drawingml/2006/main">
            <a:off x="685800" y="17049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3F35"/>
                </a:solidFill>
                <a:latin typeface="Arial"/>
                <a:ea typeface="Arial"/>
                <a:cs typeface="Arial"/>
              </a:defRPr>
            </a:defPPr>
          </a:lstStyle>
          <a:p xmlns:a="http://schemas.openxmlformats.org/drawingml/2006/main">
            <a:pPr>
              <a:defRPr sz="2250" b="1">
                <a:solidFill>
                  <a:srgbClr val="203F35"/>
                </a:solidFill>
                <a:latin typeface="Arial"/>
                <a:ea typeface="Arial"/>
                <a:cs typeface="Arial"/>
              </a:defRPr>
            </a:pPr>
            <a:r>
              <a:rPr sz="2250" b="1">
                <a:solidFill>
                  <a:srgbClr val="203F35"/>
                </a:solidFill>
                <a:latin typeface="Arial"/>
                <a:ea typeface="Arial"/>
                <a:cs typeface="Arial"/>
              </a:rPr>
              <a:t>Implemented and testable</a:t>
            </a:r>
          </a:p>
        </p:txBody>
      </p:sp>
      <p:sp>
        <p:nvSpPr>
          <p:cNvPr id="4" name="text-3">
            <a:extLst xmlns:a="http://schemas.openxmlformats.org/drawingml/2006/main">
              <a:ext uri="{FF2B5EF4-FFF2-40B4-BE49-F238E27FC236}">
                <a16:creationId xmlns:a16="http://schemas.microsoft.com/office/drawing/2014/main" id="{2B5EE5D8-325C-48FC-9A25-66F7853622AF}"/>
              </a:ext>
            </a:extLst>
          </p:cNvPr>
          <p:cNvSpPr>
            <a:spLocks xmlns:a="http://schemas.openxmlformats.org/drawingml/2006/main" noGrp="1"/>
          </p:cNvSpPr>
          <p:nvPr/>
        </p:nvSpPr>
        <p:spPr>
          <a:xfrm xmlns:a="http://schemas.openxmlformats.org/drawingml/2006/main">
            <a:off x="685800" y="220027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Token parsing, approved rendering, span mapping, deterministic rules, semantic comparison and persisted approval/export checks.</a:t>
            </a:r>
          </a:p>
        </p:txBody>
      </p:sp>
      <p:sp>
        <p:nvSpPr>
          <p:cNvPr id="5" name="text-4">
            <a:extLst xmlns:a="http://schemas.openxmlformats.org/drawingml/2006/main">
              <a:ext uri="{FF2B5EF4-FFF2-40B4-BE49-F238E27FC236}">
                <a16:creationId xmlns:a16="http://schemas.microsoft.com/office/drawing/2014/main" id="{429FEF59-E3B0-4004-A714-E4D854798EDE}"/>
              </a:ext>
            </a:extLst>
          </p:cNvPr>
          <p:cNvSpPr>
            <a:spLocks xmlns:a="http://schemas.openxmlformats.org/drawingml/2006/main" noGrp="1"/>
          </p:cNvSpPr>
          <p:nvPr/>
        </p:nvSpPr>
        <p:spPr>
          <a:xfrm xmlns:a="http://schemas.openxmlformats.org/drawingml/2006/main">
            <a:off x="685800" y="37052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C2542C"/>
                </a:solidFill>
                <a:latin typeface="Arial"/>
                <a:ea typeface="Arial"/>
                <a:cs typeface="Arial"/>
              </a:defRPr>
            </a:defPPr>
          </a:lstStyle>
          <a:p xmlns:a="http://schemas.openxmlformats.org/drawingml/2006/main">
            <a:pPr>
              <a:defRPr sz="2250" b="1">
                <a:solidFill>
                  <a:srgbClr val="C2542C"/>
                </a:solidFill>
                <a:latin typeface="Arial"/>
                <a:ea typeface="Arial"/>
                <a:cs typeface="Arial"/>
              </a:defRPr>
            </a:pPr>
            <a:r>
              <a:rPr sz="2250" b="1">
                <a:solidFill>
                  <a:srgbClr val="C2542C"/>
                </a:solidFill>
                <a:latin typeface="Arial"/>
                <a:ea typeface="Arial"/>
                <a:cs typeface="Arial"/>
              </a:rPr>
              <a:t>Pending evidence stays visible</a:t>
            </a:r>
          </a:p>
        </p:txBody>
      </p:sp>
      <p:sp>
        <p:nvSpPr>
          <p:cNvPr id="6" name="text-5">
            <a:extLst xmlns:a="http://schemas.openxmlformats.org/drawingml/2006/main">
              <a:ext uri="{FF2B5EF4-FFF2-40B4-BE49-F238E27FC236}">
                <a16:creationId xmlns:a16="http://schemas.microsoft.com/office/drawing/2014/main" id="{B73F5A43-03C1-4216-B047-E1FA3F7BBB3C}"/>
              </a:ext>
            </a:extLst>
          </p:cNvPr>
          <p:cNvSpPr>
            <a:spLocks xmlns:a="http://schemas.openxmlformats.org/drawingml/2006/main" noGrp="1"/>
          </p:cNvSpPr>
          <p:nvPr/>
        </p:nvSpPr>
        <p:spPr>
          <a:xfrm xmlns:a="http://schemas.openxmlformats.org/drawingml/2006/main">
            <a:off x="685800" y="420052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66B63"/>
                </a:solidFill>
                <a:latin typeface="Arial"/>
                <a:ea typeface="Arial"/>
                <a:cs typeface="Arial"/>
              </a:defRPr>
            </a:defPPr>
          </a:lstStyle>
          <a:p xmlns:a="http://schemas.openxmlformats.org/drawingml/2006/main">
            <a:pPr>
              <a:defRPr sz="2025" b="0">
                <a:solidFill>
                  <a:srgbClr val="566B63"/>
                </a:solidFill>
                <a:latin typeface="Arial"/>
                <a:ea typeface="Arial"/>
                <a:cs typeface="Arial"/>
              </a:defRPr>
            </a:pPr>
            <a:r>
              <a:rPr sz="2025" b="0">
                <a:solidFill>
                  <a:srgbClr val="566B63"/>
                </a:solidFill>
                <a:latin typeface="Arial"/>
                <a:ea typeface="Arial"/>
                <a:cs typeface="Arial"/>
              </a:rPr>
              <a:t>Native Kannada review and the current asset’s required live/semantic evidence must finish before claiming a release gate passes.</a:t>
            </a:r>
          </a:p>
        </p:txBody>
      </p:sp>
      <p:sp>
        <p:nvSpPr>
          <p:cNvPr id="7" name="text-6">
            <a:extLst xmlns:a="http://schemas.openxmlformats.org/drawingml/2006/main">
              <a:ext uri="{FF2B5EF4-FFF2-40B4-BE49-F238E27FC236}">
                <a16:creationId xmlns:a16="http://schemas.microsoft.com/office/drawing/2014/main" id="{12C2CF56-98F6-4E70-B0C1-E55537F4F1B9}"/>
              </a:ext>
            </a:extLst>
          </p:cNvPr>
          <p:cNvSpPr>
            <a:spLocks xmlns:a="http://schemas.openxmlformats.org/drawingml/2006/main" noGrp="1"/>
          </p:cNvSpPr>
          <p:nvPr/>
        </p:nvSpPr>
        <p:spPr>
          <a:xfrm xmlns:a="http://schemas.openxmlformats.org/drawingml/2006/main">
            <a:off x="685800" y="510540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C2542C"/>
                </a:solidFill>
                <a:latin typeface="Arial"/>
                <a:ea typeface="Arial"/>
                <a:cs typeface="Arial"/>
              </a:defRPr>
            </a:defPPr>
          </a:lstStyle>
          <a:p xmlns:a="http://schemas.openxmlformats.org/drawingml/2006/main">
            <a:pPr>
              <a:defRPr sz="2100" b="0">
                <a:solidFill>
                  <a:srgbClr val="C2542C"/>
                </a:solidFill>
                <a:latin typeface="Arial"/>
                <a:ea typeface="Arial"/>
                <a:cs typeface="Arial"/>
              </a:defRPr>
            </a:pPr>
            <a:r>
              <a:rPr sz="2100" b="0">
                <a:solidFill>
                  <a:srgbClr val="C2542C"/>
                </a:solidFill>
                <a:latin typeface="Arial"/>
                <a:ea typeface="Arial"/>
                <a:cs typeface="Arial"/>
              </a:rPr>
              <a:t>Mock examples demonstrate behavior. They do not prove live or human approval.</a:t>
            </a:r>
          </a:p>
        </p:txBody>
      </p:sp>
    </p:spTree>
    <p:extLst>
      <p:ext uri="{BB962C8B-B14F-4D97-AF65-F5344CB8AC3E}">
        <p14:creationId xmlns:p14="http://schemas.microsoft.com/office/powerpoint/2010/main" val="10892907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2026-10-10T01:34:02.0820000Z</dcterms:created>
  <dcterms:modified xsi:type="dcterms:W3CDTF">2026-10-10T01:34:02.0820000Z</dcterms:modified>
</coreProperties>
</file>